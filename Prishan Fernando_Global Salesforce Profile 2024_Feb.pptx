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37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E50AC75-CCC8-4035-9ABD-C01BE50CCE47}" name="Libby Palmer" initials="LP" userId="S::libby.palmer@slalom.com::c17bf639-accc-43c8-be7a-52528077144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EB3A49-97B6-7E4A-93E7-BD08DCB949D8}" v="1" dt="2024-02-23T00:09:52.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81" autoAdjust="0"/>
    <p:restoredTop sz="96327"/>
  </p:normalViewPr>
  <p:slideViewPr>
    <p:cSldViewPr snapToGrid="0">
      <p:cViewPr varScale="1">
        <p:scale>
          <a:sx n="123" d="100"/>
          <a:sy n="123" d="100"/>
        </p:scale>
        <p:origin x="10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8/10/relationships/authors" Target="author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22/02/2024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©2021 Slalom, LLC CONFIDENTIAL &amp; PROPRIETARY</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7" name="Freeform 103">
            <a:extLst>
              <a:ext uri="{FF2B5EF4-FFF2-40B4-BE49-F238E27FC236}">
                <a16:creationId xmlns:a16="http://schemas.microsoft.com/office/drawing/2014/main" id="{FD2673B4-672A-4A8D-AE2B-123968F76B12}"/>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B8970C6E-CE8E-4756-8D4C-DE74EDBDEDFA}"/>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C9FC71CA-E85F-4C76-B444-9B8AA47CDA6F}"/>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7">
            <a:extLst>
              <a:ext uri="{FF2B5EF4-FFF2-40B4-BE49-F238E27FC236}">
                <a16:creationId xmlns:a16="http://schemas.microsoft.com/office/drawing/2014/main" id="{0F856347-71B7-4E4D-B60E-6B2B1AAB53CC}"/>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8">
            <a:extLst>
              <a:ext uri="{FF2B5EF4-FFF2-40B4-BE49-F238E27FC236}">
                <a16:creationId xmlns:a16="http://schemas.microsoft.com/office/drawing/2014/main" id="{D0D6EB87-A927-4764-9A00-F9D22DEC44E7}"/>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2" name="Freeform 102">
            <a:extLst>
              <a:ext uri="{FF2B5EF4-FFF2-40B4-BE49-F238E27FC236}">
                <a16:creationId xmlns:a16="http://schemas.microsoft.com/office/drawing/2014/main" id="{396AFF50-8412-44C6-8BBF-0A954A5E7AC7}"/>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04">
            <a:extLst>
              <a:ext uri="{FF2B5EF4-FFF2-40B4-BE49-F238E27FC236}">
                <a16:creationId xmlns:a16="http://schemas.microsoft.com/office/drawing/2014/main" id="{7D98FF09-202E-491B-AC86-3AEDA2935D70}"/>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41990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dark blue background">
    <p:bg>
      <p:bgPr>
        <a:solidFill>
          <a:srgbClr val="09091C"/>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22/02/2024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Tree>
    <p:extLst>
      <p:ext uri="{BB962C8B-B14F-4D97-AF65-F5344CB8AC3E}">
        <p14:creationId xmlns:p14="http://schemas.microsoft.com/office/powerpoint/2010/main" val="3110266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alom -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22/02/2024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7" name="Freeform 103">
            <a:extLst>
              <a:ext uri="{FF2B5EF4-FFF2-40B4-BE49-F238E27FC236}">
                <a16:creationId xmlns:a16="http://schemas.microsoft.com/office/drawing/2014/main" id="{2D1649CD-03E1-494D-8728-F23DBFB5720A}"/>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A9A138EE-1D6D-4785-BBDE-EB1FD6EBBE64}"/>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2E1ADEC9-FA82-42D3-B257-8EE357B5A815}"/>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7">
            <a:extLst>
              <a:ext uri="{FF2B5EF4-FFF2-40B4-BE49-F238E27FC236}">
                <a16:creationId xmlns:a16="http://schemas.microsoft.com/office/drawing/2014/main" id="{7D7C9A07-2819-4144-9768-1FCDAEF4F0FE}"/>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08">
            <a:extLst>
              <a:ext uri="{FF2B5EF4-FFF2-40B4-BE49-F238E27FC236}">
                <a16:creationId xmlns:a16="http://schemas.microsoft.com/office/drawing/2014/main" id="{BD1365F8-613A-47C1-8995-B8A2AD6B53F9}"/>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3" name="Freeform 102">
            <a:extLst>
              <a:ext uri="{FF2B5EF4-FFF2-40B4-BE49-F238E27FC236}">
                <a16:creationId xmlns:a16="http://schemas.microsoft.com/office/drawing/2014/main" id="{759902BD-591F-4838-A9CC-64A73C304165}"/>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04">
            <a:extLst>
              <a:ext uri="{FF2B5EF4-FFF2-40B4-BE49-F238E27FC236}">
                <a16:creationId xmlns:a16="http://schemas.microsoft.com/office/drawing/2014/main" id="{62B05BDA-1266-4A77-9A46-0301943734EC}"/>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502069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alom - Dark blue background">
    <p:bg>
      <p:bgPr>
        <a:solidFill>
          <a:srgbClr val="09091C"/>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22/02/2024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Tree>
    <p:extLst>
      <p:ext uri="{BB962C8B-B14F-4D97-AF65-F5344CB8AC3E}">
        <p14:creationId xmlns:p14="http://schemas.microsoft.com/office/powerpoint/2010/main" val="9529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alom Build -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22/02/2024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Freeform 103">
            <a:extLst>
              <a:ext uri="{FF2B5EF4-FFF2-40B4-BE49-F238E27FC236}">
                <a16:creationId xmlns:a16="http://schemas.microsoft.com/office/drawing/2014/main" id="{EE501E5F-C2F8-47DB-B664-851DFB467DDA}"/>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5">
            <a:extLst>
              <a:ext uri="{FF2B5EF4-FFF2-40B4-BE49-F238E27FC236}">
                <a16:creationId xmlns:a16="http://schemas.microsoft.com/office/drawing/2014/main" id="{E431D1D9-E111-4EA1-BF87-BCD8B7AB0A89}"/>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6">
            <a:extLst>
              <a:ext uri="{FF2B5EF4-FFF2-40B4-BE49-F238E27FC236}">
                <a16:creationId xmlns:a16="http://schemas.microsoft.com/office/drawing/2014/main" id="{97A3655E-D8E2-4BE3-B0E8-78DA3336208C}"/>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7">
            <a:extLst>
              <a:ext uri="{FF2B5EF4-FFF2-40B4-BE49-F238E27FC236}">
                <a16:creationId xmlns:a16="http://schemas.microsoft.com/office/drawing/2014/main" id="{05BE68A9-E70D-4CEF-BFCF-B4AC8D61DF21}"/>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08">
            <a:extLst>
              <a:ext uri="{FF2B5EF4-FFF2-40B4-BE49-F238E27FC236}">
                <a16:creationId xmlns:a16="http://schemas.microsoft.com/office/drawing/2014/main" id="{9A6F16A9-1FD8-4E21-968B-C83D046DB320}"/>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3" name="Freeform 102">
            <a:extLst>
              <a:ext uri="{FF2B5EF4-FFF2-40B4-BE49-F238E27FC236}">
                <a16:creationId xmlns:a16="http://schemas.microsoft.com/office/drawing/2014/main" id="{4CCDCB1C-8B0E-4783-A4D3-5B68B844CA06}"/>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04">
            <a:extLst>
              <a:ext uri="{FF2B5EF4-FFF2-40B4-BE49-F238E27FC236}">
                <a16:creationId xmlns:a16="http://schemas.microsoft.com/office/drawing/2014/main" id="{BC27987B-5944-4232-B439-9F5BAB3D99E5}"/>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809128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alom Build - Dark blue background">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22/02/2024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
        <p:nvSpPr>
          <p:cNvPr id="2" name="TextBox 1">
            <a:extLst>
              <a:ext uri="{FF2B5EF4-FFF2-40B4-BE49-F238E27FC236}">
                <a16:creationId xmlns:a16="http://schemas.microsoft.com/office/drawing/2014/main" id="{9E9A9F39-F5C7-6A41-9AA4-7D0B6F739B8E}"/>
              </a:ext>
            </a:extLst>
          </p:cNvPr>
          <p:cNvSpPr txBox="1"/>
          <p:nvPr userDrawn="1"/>
        </p:nvSpPr>
        <p:spPr>
          <a:xfrm>
            <a:off x="7338447" y="-480447"/>
            <a:ext cx="0" cy="0"/>
          </a:xfrm>
          <a:prstGeom prst="rect">
            <a:avLst/>
          </a:prstGeom>
          <a:noFill/>
        </p:spPr>
        <p:txBody>
          <a:bodyPr wrap="none" lIns="0" rtlCol="0">
            <a:noAutofit/>
          </a:bodyPr>
          <a:lstStyle/>
          <a:p>
            <a:endParaRPr lang="en-US" sz="1600" err="1">
              <a:latin typeface="Slalom Sans Light" panose="00000400000000000000" pitchFamily="50" charset="0"/>
            </a:endParaRPr>
          </a:p>
        </p:txBody>
      </p:sp>
    </p:spTree>
    <p:extLst>
      <p:ext uri="{BB962C8B-B14F-4D97-AF65-F5344CB8AC3E}">
        <p14:creationId xmlns:p14="http://schemas.microsoft.com/office/powerpoint/2010/main" val="204472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22/02/2024</a:t>
            </a:fld>
            <a:endParaRPr lang="en-GB"/>
          </a:p>
        </p:txBody>
      </p:sp>
      <p:sp>
        <p:nvSpPr>
          <p:cNvPr id="4" name="Footer Placeholder 3"/>
          <p:cNvSpPr>
            <a:spLocks noGrp="1"/>
          </p:cNvSpPr>
          <p:nvPr>
            <p:ph type="ftr" sz="quarter" idx="11"/>
          </p:nvPr>
        </p:nvSpPr>
        <p:spPr>
          <a:xfrm>
            <a:off x="609600" y="6330689"/>
            <a:ext cx="3924300" cy="365125"/>
          </a:xfrm>
        </p:spPr>
        <p:txBody>
          <a:bodyPr/>
          <a:lstStyle/>
          <a:p>
            <a:r>
              <a:rPr lang="en-US"/>
              <a:t>© SLALOM. ALL RIGHTS RESERVED. PROPRIETARY AND CONFIDENTIAL.</a:t>
            </a:r>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6" name="object 3"/>
          <p:cNvSpPr/>
          <p:nvPr userDrawn="1"/>
        </p:nvSpPr>
        <p:spPr>
          <a:xfrm>
            <a:off x="0" y="652"/>
            <a:ext cx="12192000" cy="3428348"/>
          </a:xfrm>
          <a:custGeom>
            <a:avLst/>
            <a:gdLst/>
            <a:ahLst/>
            <a:cxnLst/>
            <a:rect l="l" t="t" r="r" b="b"/>
            <a:pathLst>
              <a:path w="20104100" h="5654675">
                <a:moveTo>
                  <a:pt x="20104099" y="0"/>
                </a:moveTo>
                <a:lnTo>
                  <a:pt x="0" y="0"/>
                </a:lnTo>
                <a:lnTo>
                  <a:pt x="0" y="5654278"/>
                </a:lnTo>
                <a:lnTo>
                  <a:pt x="20104099" y="5654278"/>
                </a:lnTo>
                <a:lnTo>
                  <a:pt x="20104099" y="0"/>
                </a:lnTo>
                <a:close/>
              </a:path>
            </a:pathLst>
          </a:custGeom>
          <a:solidFill>
            <a:srgbClr val="09091C"/>
          </a:solidFill>
        </p:spPr>
        <p:txBody>
          <a:bodyPr wrap="square" lIns="0" tIns="0" rIns="0" bIns="0" rtlCol="0"/>
          <a:lstStyle/>
          <a:p>
            <a:endParaRPr sz="661"/>
          </a:p>
        </p:txBody>
      </p:sp>
      <p:grpSp>
        <p:nvGrpSpPr>
          <p:cNvPr id="30" name="Group 29">
            <a:extLst>
              <a:ext uri="{FF2B5EF4-FFF2-40B4-BE49-F238E27FC236}">
                <a16:creationId xmlns:a16="http://schemas.microsoft.com/office/drawing/2014/main" id="{A748AAD3-39D6-42E2-A4EF-E118CC35FC7F}"/>
              </a:ext>
            </a:extLst>
          </p:cNvPr>
          <p:cNvGrpSpPr>
            <a:grpSpLocks noChangeAspect="1"/>
          </p:cNvGrpSpPr>
          <p:nvPr userDrawn="1"/>
        </p:nvGrpSpPr>
        <p:grpSpPr>
          <a:xfrm>
            <a:off x="9837538" y="418337"/>
            <a:ext cx="1874520" cy="356616"/>
            <a:chOff x="4622794" y="4407347"/>
            <a:chExt cx="1621410" cy="315478"/>
          </a:xfrm>
        </p:grpSpPr>
        <p:grpSp>
          <p:nvGrpSpPr>
            <p:cNvPr id="31" name="Group 30">
              <a:extLst>
                <a:ext uri="{FF2B5EF4-FFF2-40B4-BE49-F238E27FC236}">
                  <a16:creationId xmlns:a16="http://schemas.microsoft.com/office/drawing/2014/main" id="{FC53289F-A5E2-4A01-8D04-DB45FB757919}"/>
                </a:ext>
              </a:extLst>
            </p:cNvPr>
            <p:cNvGrpSpPr/>
            <p:nvPr/>
          </p:nvGrpSpPr>
          <p:grpSpPr>
            <a:xfrm>
              <a:off x="4622794" y="4451367"/>
              <a:ext cx="745893" cy="195646"/>
              <a:chOff x="4240213" y="4427538"/>
              <a:chExt cx="484187" cy="127000"/>
            </a:xfrm>
            <a:solidFill>
              <a:schemeClr val="bg1"/>
            </a:solidFill>
          </p:grpSpPr>
          <p:sp>
            <p:nvSpPr>
              <p:cNvPr id="45" name="Freeform 102">
                <a:extLst>
                  <a:ext uri="{FF2B5EF4-FFF2-40B4-BE49-F238E27FC236}">
                    <a16:creationId xmlns:a16="http://schemas.microsoft.com/office/drawing/2014/main" id="{5AC9F52A-646A-4FD4-AEAF-F6B5D91F192D}"/>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3">
                <a:extLst>
                  <a:ext uri="{FF2B5EF4-FFF2-40B4-BE49-F238E27FC236}">
                    <a16:creationId xmlns:a16="http://schemas.microsoft.com/office/drawing/2014/main" id="{79C6CC6F-9B90-4E55-B88F-9160B02A65CA}"/>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4">
                <a:extLst>
                  <a:ext uri="{FF2B5EF4-FFF2-40B4-BE49-F238E27FC236}">
                    <a16:creationId xmlns:a16="http://schemas.microsoft.com/office/drawing/2014/main" id="{F03E35B7-578B-4873-87FA-E245F8B44063}"/>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5">
                <a:extLst>
                  <a:ext uri="{FF2B5EF4-FFF2-40B4-BE49-F238E27FC236}">
                    <a16:creationId xmlns:a16="http://schemas.microsoft.com/office/drawing/2014/main" id="{FDCF2070-21C5-47CB-AB0D-5ACA31CC0F01}"/>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106">
                <a:extLst>
                  <a:ext uri="{FF2B5EF4-FFF2-40B4-BE49-F238E27FC236}">
                    <a16:creationId xmlns:a16="http://schemas.microsoft.com/office/drawing/2014/main" id="{0E21B750-9A05-45A6-8E11-00CAEB3E834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107">
                <a:extLst>
                  <a:ext uri="{FF2B5EF4-FFF2-40B4-BE49-F238E27FC236}">
                    <a16:creationId xmlns:a16="http://schemas.microsoft.com/office/drawing/2014/main" id="{B64C33B7-3416-4A60-99E1-59D831982EE7}"/>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2" name="Freeform 108">
              <a:extLst>
                <a:ext uri="{FF2B5EF4-FFF2-40B4-BE49-F238E27FC236}">
                  <a16:creationId xmlns:a16="http://schemas.microsoft.com/office/drawing/2014/main" id="{3DB811B0-F0ED-40BC-9817-DF06374F6CF9}"/>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bg1"/>
            </a:solidFill>
            <a:ln>
              <a:noFill/>
            </a:ln>
            <a:effectLst/>
          </p:spPr>
          <p:txBody>
            <a:bodyPr wrap="none" anchor="ctr"/>
            <a:lstStyle/>
            <a:p>
              <a:endParaRPr lang="en-US"/>
            </a:p>
          </p:txBody>
        </p:sp>
        <p:grpSp>
          <p:nvGrpSpPr>
            <p:cNvPr id="33" name="Group 32">
              <a:extLst>
                <a:ext uri="{FF2B5EF4-FFF2-40B4-BE49-F238E27FC236}">
                  <a16:creationId xmlns:a16="http://schemas.microsoft.com/office/drawing/2014/main" id="{09E21DE9-5E1C-4094-88C4-796E75895B0C}"/>
                </a:ext>
              </a:extLst>
            </p:cNvPr>
            <p:cNvGrpSpPr/>
            <p:nvPr/>
          </p:nvGrpSpPr>
          <p:grpSpPr>
            <a:xfrm>
              <a:off x="5796668" y="4407347"/>
              <a:ext cx="447536" cy="315478"/>
              <a:chOff x="5002213" y="4398963"/>
              <a:chExt cx="290512" cy="204787"/>
            </a:xfrm>
          </p:grpSpPr>
          <p:sp>
            <p:nvSpPr>
              <p:cNvPr id="34" name="Freeform 109">
                <a:extLst>
                  <a:ext uri="{FF2B5EF4-FFF2-40B4-BE49-F238E27FC236}">
                    <a16:creationId xmlns:a16="http://schemas.microsoft.com/office/drawing/2014/main" id="{22A7B08D-07A8-4946-A7A3-91284CEEE3BA}"/>
                  </a:ext>
                </a:extLst>
              </p:cNvPr>
              <p:cNvSpPr>
                <a:spLocks noChangeArrowheads="1"/>
              </p:cNvSpPr>
              <p:nvPr/>
            </p:nvSpPr>
            <p:spPr bwMode="auto">
              <a:xfrm>
                <a:off x="5002213" y="4398963"/>
                <a:ext cx="290512" cy="204787"/>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0">
                <a:extLst>
                  <a:ext uri="{FF2B5EF4-FFF2-40B4-BE49-F238E27FC236}">
                    <a16:creationId xmlns:a16="http://schemas.microsoft.com/office/drawing/2014/main" id="{87196EC5-4437-4879-87AE-A7926F690F36}"/>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1">
                <a:extLst>
                  <a:ext uri="{FF2B5EF4-FFF2-40B4-BE49-F238E27FC236}">
                    <a16:creationId xmlns:a16="http://schemas.microsoft.com/office/drawing/2014/main" id="{29A67A61-A0C2-451E-871F-5ADCB1A3F328}"/>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2">
                <a:extLst>
                  <a:ext uri="{FF2B5EF4-FFF2-40B4-BE49-F238E27FC236}">
                    <a16:creationId xmlns:a16="http://schemas.microsoft.com/office/drawing/2014/main" id="{D9C3B1EE-7123-4C26-AA18-A01B00225381}"/>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3">
                <a:extLst>
                  <a:ext uri="{FF2B5EF4-FFF2-40B4-BE49-F238E27FC236}">
                    <a16:creationId xmlns:a16="http://schemas.microsoft.com/office/drawing/2014/main" id="{0B3A35E1-058C-4414-A3B9-A1804948B7F0}"/>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4">
                <a:extLst>
                  <a:ext uri="{FF2B5EF4-FFF2-40B4-BE49-F238E27FC236}">
                    <a16:creationId xmlns:a16="http://schemas.microsoft.com/office/drawing/2014/main" id="{874D0311-7BF5-4DF3-9C9C-D8DCBAA2A980}"/>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5">
                <a:extLst>
                  <a:ext uri="{FF2B5EF4-FFF2-40B4-BE49-F238E27FC236}">
                    <a16:creationId xmlns:a16="http://schemas.microsoft.com/office/drawing/2014/main" id="{D62C6B6B-F1CB-41FB-B323-87DE94749E70}"/>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6">
                <a:extLst>
                  <a:ext uri="{FF2B5EF4-FFF2-40B4-BE49-F238E27FC236}">
                    <a16:creationId xmlns:a16="http://schemas.microsoft.com/office/drawing/2014/main" id="{E651D41B-E281-480B-B37E-E485DFA91EFC}"/>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7">
                <a:extLst>
                  <a:ext uri="{FF2B5EF4-FFF2-40B4-BE49-F238E27FC236}">
                    <a16:creationId xmlns:a16="http://schemas.microsoft.com/office/drawing/2014/main" id="{53CD4367-533E-407E-BC13-1E46CCCEAA39}"/>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3" name="Freeform 118">
                <a:extLst>
                  <a:ext uri="{FF2B5EF4-FFF2-40B4-BE49-F238E27FC236}">
                    <a16:creationId xmlns:a16="http://schemas.microsoft.com/office/drawing/2014/main" id="{57B3D45E-3744-4A49-8D9A-147C9E56C94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119">
                <a:extLst>
                  <a:ext uri="{FF2B5EF4-FFF2-40B4-BE49-F238E27FC236}">
                    <a16:creationId xmlns:a16="http://schemas.microsoft.com/office/drawing/2014/main" id="{61E0031A-0ECB-405E-A9CD-CBD4FA9EFEBA}"/>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3121415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alf photo lef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22/02/2024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0" y="0"/>
            <a:ext cx="6096000"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
        <p:nvSpPr>
          <p:cNvPr id="7" name="Freeform 103">
            <a:extLst>
              <a:ext uri="{FF2B5EF4-FFF2-40B4-BE49-F238E27FC236}">
                <a16:creationId xmlns:a16="http://schemas.microsoft.com/office/drawing/2014/main" id="{DE5F9011-D4C5-4E40-962D-6C023AABCD0B}"/>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8B8B09CC-28C0-4E74-9FFD-F3F6D38B1958}"/>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509AA556-AC4B-4DB4-8016-258F187BB609}"/>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7">
            <a:extLst>
              <a:ext uri="{FF2B5EF4-FFF2-40B4-BE49-F238E27FC236}">
                <a16:creationId xmlns:a16="http://schemas.microsoft.com/office/drawing/2014/main" id="{5ACD8388-102F-49D1-A407-212CFB797B2E}"/>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8">
            <a:extLst>
              <a:ext uri="{FF2B5EF4-FFF2-40B4-BE49-F238E27FC236}">
                <a16:creationId xmlns:a16="http://schemas.microsoft.com/office/drawing/2014/main" id="{7886EAED-46DD-49B4-8842-0DE552AEF4B5}"/>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2" name="Freeform 102">
            <a:extLst>
              <a:ext uri="{FF2B5EF4-FFF2-40B4-BE49-F238E27FC236}">
                <a16:creationId xmlns:a16="http://schemas.microsoft.com/office/drawing/2014/main" id="{18D35CC4-8A95-49CB-ACB5-B30F2A142A8E}"/>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04">
            <a:extLst>
              <a:ext uri="{FF2B5EF4-FFF2-40B4-BE49-F238E27FC236}">
                <a16:creationId xmlns:a16="http://schemas.microsoft.com/office/drawing/2014/main" id="{9161FB38-02FA-4DD0-9111-B68669635B16}"/>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592195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 fourth righ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22/02/2024</a:t>
            </a:fld>
            <a:endParaRPr lang="en-GB"/>
          </a:p>
        </p:txBody>
      </p:sp>
      <p:sp>
        <p:nvSpPr>
          <p:cNvPr id="3" name="Footer Placeholder 2"/>
          <p:cNvSpPr>
            <a:spLocks noGrp="1"/>
          </p:cNvSpPr>
          <p:nvPr>
            <p:ph type="ftr" sz="quarter" idx="11"/>
          </p:nvPr>
        </p:nvSpPr>
        <p:spPr>
          <a:xfrm>
            <a:off x="609600" y="6330689"/>
            <a:ext cx="3949700" cy="365125"/>
          </a:xfrm>
        </p:spPr>
        <p:txBody>
          <a:bodyPr/>
          <a:lstStyle/>
          <a:p>
            <a:r>
              <a:rPr lang="en-US"/>
              <a:t>© SLALOM. ALL RIGHTS RESERVED. PROPRIETARY AND CONFIDENTIAL.</a:t>
            </a:r>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8426102" y="0"/>
            <a:ext cx="3765898"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Tree>
    <p:extLst>
      <p:ext uri="{BB962C8B-B14F-4D97-AF65-F5344CB8AC3E}">
        <p14:creationId xmlns:p14="http://schemas.microsoft.com/office/powerpoint/2010/main" val="3845147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third right ">
    <p:spTree>
      <p:nvGrpSpPr>
        <p:cNvPr id="1" name=""/>
        <p:cNvGrpSpPr/>
        <p:nvPr/>
      </p:nvGrpSpPr>
      <p:grpSpPr>
        <a:xfrm>
          <a:off x="0" y="0"/>
          <a:ext cx="0" cy="0"/>
          <a:chOff x="0" y="0"/>
          <a:chExt cx="0" cy="0"/>
        </a:xfrm>
      </p:grpSpPr>
      <p:sp>
        <p:nvSpPr>
          <p:cNvPr id="6" name="Picture Placeholder 5"/>
          <p:cNvSpPr>
            <a:spLocks noGrp="1"/>
          </p:cNvSpPr>
          <p:nvPr>
            <p:ph type="pic" sz="quarter" idx="13" hasCustomPrompt="1"/>
          </p:nvPr>
        </p:nvSpPr>
        <p:spPr>
          <a:xfrm>
            <a:off x="7151977" y="0"/>
            <a:ext cx="5040023"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
        <p:nvSpPr>
          <p:cNvPr id="2" name="Date Placeholder 1"/>
          <p:cNvSpPr>
            <a:spLocks noGrp="1"/>
          </p:cNvSpPr>
          <p:nvPr>
            <p:ph type="dt" sz="half" idx="10"/>
          </p:nvPr>
        </p:nvSpPr>
        <p:spPr/>
        <p:txBody>
          <a:bodyPr/>
          <a:lstStyle/>
          <a:p>
            <a:fld id="{4552F92F-1A4C-4811-A2F0-0FC9FC2DF3E9}" type="datetime1">
              <a:rPr lang="en-GB" smtClean="0"/>
              <a:t>22/02/2024</a:t>
            </a:fld>
            <a:endParaRPr lang="en-GB"/>
          </a:p>
        </p:txBody>
      </p:sp>
      <p:sp>
        <p:nvSpPr>
          <p:cNvPr id="3" name="Footer Placeholder 2"/>
          <p:cNvSpPr>
            <a:spLocks noGrp="1"/>
          </p:cNvSpPr>
          <p:nvPr>
            <p:ph type="ftr" sz="quarter" idx="11"/>
          </p:nvPr>
        </p:nvSpPr>
        <p:spPr>
          <a:xfrm>
            <a:off x="609600" y="6330689"/>
            <a:ext cx="3937000" cy="365125"/>
          </a:xfrm>
        </p:spPr>
        <p:txBody>
          <a:bodyPr/>
          <a:lstStyle/>
          <a:p>
            <a:r>
              <a:rPr lang="en-US"/>
              <a:t>© SLALOM. ALL RIGHTS RESERVED. PROPRIETARY AND CONFIDENTIAL.</a:t>
            </a:r>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Tree>
    <p:extLst>
      <p:ext uri="{BB962C8B-B14F-4D97-AF65-F5344CB8AC3E}">
        <p14:creationId xmlns:p14="http://schemas.microsoft.com/office/powerpoint/2010/main" val="1889933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fourth lef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22/02/2024</a:t>
            </a:fld>
            <a:endParaRPr lang="en-GB"/>
          </a:p>
        </p:txBody>
      </p:sp>
      <p:sp>
        <p:nvSpPr>
          <p:cNvPr id="3" name="Footer Placeholder 2"/>
          <p:cNvSpPr>
            <a:spLocks noGrp="1"/>
          </p:cNvSpPr>
          <p:nvPr>
            <p:ph type="ftr" sz="quarter" idx="11"/>
          </p:nvPr>
        </p:nvSpPr>
        <p:spPr>
          <a:xfrm>
            <a:off x="609600" y="6330689"/>
            <a:ext cx="2247900" cy="365125"/>
          </a:xfrm>
        </p:spPr>
        <p:txBody>
          <a:bodyPr/>
          <a:lstStyle/>
          <a:p>
            <a:endParaRPr lang="en-GB"/>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0" y="0"/>
            <a:ext cx="3765898"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grpSp>
        <p:nvGrpSpPr>
          <p:cNvPr id="7" name="Group 6">
            <a:extLst>
              <a:ext uri="{FF2B5EF4-FFF2-40B4-BE49-F238E27FC236}">
                <a16:creationId xmlns:a16="http://schemas.microsoft.com/office/drawing/2014/main" id="{D639CF24-FECA-4385-A6A0-5C77D773A15D}"/>
              </a:ext>
            </a:extLst>
          </p:cNvPr>
          <p:cNvGrpSpPr>
            <a:grpSpLocks noChangeAspect="1"/>
          </p:cNvGrpSpPr>
          <p:nvPr userDrawn="1"/>
        </p:nvGrpSpPr>
        <p:grpSpPr>
          <a:xfrm>
            <a:off x="9836835" y="418337"/>
            <a:ext cx="1875223" cy="359253"/>
            <a:chOff x="4622794" y="4407337"/>
            <a:chExt cx="1621410" cy="310628"/>
          </a:xfrm>
        </p:grpSpPr>
        <p:grpSp>
          <p:nvGrpSpPr>
            <p:cNvPr id="8" name="Group 7">
              <a:extLst>
                <a:ext uri="{FF2B5EF4-FFF2-40B4-BE49-F238E27FC236}">
                  <a16:creationId xmlns:a16="http://schemas.microsoft.com/office/drawing/2014/main" id="{4FD3ADD6-A8CE-4CA5-869C-B609D2B7767B}"/>
                </a:ext>
              </a:extLst>
            </p:cNvPr>
            <p:cNvGrpSpPr/>
            <p:nvPr/>
          </p:nvGrpSpPr>
          <p:grpSpPr>
            <a:xfrm>
              <a:off x="4622794" y="4451367"/>
              <a:ext cx="745893" cy="195646"/>
              <a:chOff x="4240213" y="4427538"/>
              <a:chExt cx="484187" cy="127000"/>
            </a:xfrm>
            <a:solidFill>
              <a:schemeClr val="tx1"/>
            </a:solidFill>
          </p:grpSpPr>
          <p:sp>
            <p:nvSpPr>
              <p:cNvPr id="22" name="Freeform 102">
                <a:extLst>
                  <a:ext uri="{FF2B5EF4-FFF2-40B4-BE49-F238E27FC236}">
                    <a16:creationId xmlns:a16="http://schemas.microsoft.com/office/drawing/2014/main" id="{43A77475-818E-4C30-A06D-350B5A6A6E18}"/>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03">
                <a:extLst>
                  <a:ext uri="{FF2B5EF4-FFF2-40B4-BE49-F238E27FC236}">
                    <a16:creationId xmlns:a16="http://schemas.microsoft.com/office/drawing/2014/main" id="{AE571AA9-1EBF-4646-ACA0-C2D459E42D13}"/>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4">
                <a:extLst>
                  <a:ext uri="{FF2B5EF4-FFF2-40B4-BE49-F238E27FC236}">
                    <a16:creationId xmlns:a16="http://schemas.microsoft.com/office/drawing/2014/main" id="{2DB7C6EC-FCEC-4BCC-8678-7D7356F6E36F}"/>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5">
                <a:extLst>
                  <a:ext uri="{FF2B5EF4-FFF2-40B4-BE49-F238E27FC236}">
                    <a16:creationId xmlns:a16="http://schemas.microsoft.com/office/drawing/2014/main" id="{562453E6-F592-418A-ADB6-2B7275B68573}"/>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6">
                <a:extLst>
                  <a:ext uri="{FF2B5EF4-FFF2-40B4-BE49-F238E27FC236}">
                    <a16:creationId xmlns:a16="http://schemas.microsoft.com/office/drawing/2014/main" id="{4C3A7769-DABD-476D-A317-C080619C9DC3}"/>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7">
                <a:extLst>
                  <a:ext uri="{FF2B5EF4-FFF2-40B4-BE49-F238E27FC236}">
                    <a16:creationId xmlns:a16="http://schemas.microsoft.com/office/drawing/2014/main" id="{1F54B5F0-38E3-4BD0-B6A5-1D7162EA2D0F}"/>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Freeform 108">
              <a:extLst>
                <a:ext uri="{FF2B5EF4-FFF2-40B4-BE49-F238E27FC236}">
                  <a16:creationId xmlns:a16="http://schemas.microsoft.com/office/drawing/2014/main" id="{48DCDE45-A16A-41D7-A8C7-51A5468BA97F}"/>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0" name="Group 9">
              <a:extLst>
                <a:ext uri="{FF2B5EF4-FFF2-40B4-BE49-F238E27FC236}">
                  <a16:creationId xmlns:a16="http://schemas.microsoft.com/office/drawing/2014/main" id="{F9634375-5914-4CA0-8F41-399F04638BD3}"/>
                </a:ext>
              </a:extLst>
            </p:cNvPr>
            <p:cNvGrpSpPr/>
            <p:nvPr/>
          </p:nvGrpSpPr>
          <p:grpSpPr>
            <a:xfrm>
              <a:off x="5796668" y="4407337"/>
              <a:ext cx="447536" cy="310628"/>
              <a:chOff x="5002213" y="4398963"/>
              <a:chExt cx="290512" cy="201639"/>
            </a:xfrm>
          </p:grpSpPr>
          <p:sp>
            <p:nvSpPr>
              <p:cNvPr id="11" name="Freeform 109">
                <a:extLst>
                  <a:ext uri="{FF2B5EF4-FFF2-40B4-BE49-F238E27FC236}">
                    <a16:creationId xmlns:a16="http://schemas.microsoft.com/office/drawing/2014/main" id="{75D0619B-8BEA-422C-AF1D-D2DD3EEDC7C2}"/>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10">
                <a:extLst>
                  <a:ext uri="{FF2B5EF4-FFF2-40B4-BE49-F238E27FC236}">
                    <a16:creationId xmlns:a16="http://schemas.microsoft.com/office/drawing/2014/main" id="{71E3FE90-5E45-4BBE-990B-E30D134C8C6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1">
                <a:extLst>
                  <a:ext uri="{FF2B5EF4-FFF2-40B4-BE49-F238E27FC236}">
                    <a16:creationId xmlns:a16="http://schemas.microsoft.com/office/drawing/2014/main" id="{B5967B47-837B-4DC1-B8FA-7D7A308F0465}"/>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2">
                <a:extLst>
                  <a:ext uri="{FF2B5EF4-FFF2-40B4-BE49-F238E27FC236}">
                    <a16:creationId xmlns:a16="http://schemas.microsoft.com/office/drawing/2014/main" id="{1381050D-E4BB-461B-8715-D37CCFB0548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3">
                <a:extLst>
                  <a:ext uri="{FF2B5EF4-FFF2-40B4-BE49-F238E27FC236}">
                    <a16:creationId xmlns:a16="http://schemas.microsoft.com/office/drawing/2014/main" id="{0DFCB7D3-3361-48B0-95F2-0B2A769B490A}"/>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4">
                <a:extLst>
                  <a:ext uri="{FF2B5EF4-FFF2-40B4-BE49-F238E27FC236}">
                    <a16:creationId xmlns:a16="http://schemas.microsoft.com/office/drawing/2014/main" id="{AB113A90-BD40-403D-B4B6-48B592B671A2}"/>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5">
                <a:extLst>
                  <a:ext uri="{FF2B5EF4-FFF2-40B4-BE49-F238E27FC236}">
                    <a16:creationId xmlns:a16="http://schemas.microsoft.com/office/drawing/2014/main" id="{2919667F-56B2-41B2-8E3F-D10BFA95FAB1}"/>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6">
                <a:extLst>
                  <a:ext uri="{FF2B5EF4-FFF2-40B4-BE49-F238E27FC236}">
                    <a16:creationId xmlns:a16="http://schemas.microsoft.com/office/drawing/2014/main" id="{7A790C0D-229B-41E4-81A9-40DD05F1392A}"/>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7">
                <a:extLst>
                  <a:ext uri="{FF2B5EF4-FFF2-40B4-BE49-F238E27FC236}">
                    <a16:creationId xmlns:a16="http://schemas.microsoft.com/office/drawing/2014/main" id="{BDFBCE3A-BA1F-4A61-A831-F987031DA900}"/>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8">
                <a:extLst>
                  <a:ext uri="{FF2B5EF4-FFF2-40B4-BE49-F238E27FC236}">
                    <a16:creationId xmlns:a16="http://schemas.microsoft.com/office/drawing/2014/main" id="{A5494138-D96E-4380-8DA2-ACC6A13E22EE}"/>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9">
                <a:extLst>
                  <a:ext uri="{FF2B5EF4-FFF2-40B4-BE49-F238E27FC236}">
                    <a16:creationId xmlns:a16="http://schemas.microsoft.com/office/drawing/2014/main" id="{0256AE1B-1ABD-4110-89B3-C09794439DED}"/>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4131501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phot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6EF39B3-04F5-42A6-A55F-73F9A76E46F8}" type="datetime1">
              <a:rPr lang="en-GB" smtClean="0"/>
              <a:t>22/02/2024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7" name="Picture Placeholder 6"/>
          <p:cNvSpPr>
            <a:spLocks noGrp="1"/>
          </p:cNvSpPr>
          <p:nvPr>
            <p:ph type="pic" sz="quarter" idx="13" hasCustomPrompt="1"/>
          </p:nvPr>
        </p:nvSpPr>
        <p:spPr>
          <a:xfrm>
            <a:off x="0" y="0"/>
            <a:ext cx="12192000" cy="6858000"/>
          </a:xfrm>
          <a:solidFill>
            <a:schemeClr val="accent4">
              <a:lumMod val="50000"/>
            </a:schemeClr>
          </a:solidFill>
        </p:spPr>
        <p:txBody>
          <a:bodyPr vert="horz" lIns="91440" tIns="45720" rIns="91440" bIns="2560320" rtlCol="0" anchor="ctr">
            <a:normAutofit/>
          </a:bodyPr>
          <a:lstStyle>
            <a:lvl1pPr marL="0" indent="0" algn="l">
              <a:lnSpc>
                <a:spcPct val="100000"/>
              </a:lnSpc>
              <a:spcBef>
                <a:spcPts val="0"/>
              </a:spcBef>
              <a:buNone/>
              <a:defRPr lang="en-GB" sz="1800" b="1" baseline="0">
                <a:solidFill>
                  <a:schemeClr val="bg2"/>
                </a:solidFill>
              </a:defRPr>
            </a:lvl1pPr>
          </a:lstStyle>
          <a:p>
            <a:pPr marL="228600" lvl="0" indent="-228600" algn="ctr"/>
            <a:r>
              <a:rPr lang="en-US"/>
              <a:t>Click to insert photo</a:t>
            </a:r>
            <a:endParaRPr lang="en-GB"/>
          </a:p>
        </p:txBody>
      </p:sp>
    </p:spTree>
    <p:extLst>
      <p:ext uri="{BB962C8B-B14F-4D97-AF65-F5344CB8AC3E}">
        <p14:creationId xmlns:p14="http://schemas.microsoft.com/office/powerpoint/2010/main" val="1620351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B80DA58-BC13-FD45-AC38-4C7561C7DE96}"/>
              </a:ext>
            </a:extLst>
          </p:cNvPr>
          <p:cNvSpPr>
            <a:spLocks noGrp="1"/>
          </p:cNvSpPr>
          <p:nvPr>
            <p:ph type="dt" sz="half" idx="10"/>
          </p:nvPr>
        </p:nvSpPr>
        <p:spPr/>
        <p:txBody>
          <a:bodyPr/>
          <a:lstStyle/>
          <a:p>
            <a:fld id="{F6EF39B3-04F5-42A6-A55F-73F9A76E46F8}" type="datetime1">
              <a:rPr lang="en-GB" smtClean="0"/>
              <a:t>22/02/2024</a:t>
            </a:fld>
            <a:endParaRPr lang="en-GB"/>
          </a:p>
        </p:txBody>
      </p:sp>
      <p:sp>
        <p:nvSpPr>
          <p:cNvPr id="4" name="Footer Placeholder 3">
            <a:extLst>
              <a:ext uri="{FF2B5EF4-FFF2-40B4-BE49-F238E27FC236}">
                <a16:creationId xmlns:a16="http://schemas.microsoft.com/office/drawing/2014/main" id="{D6CA8789-ECA5-154D-A5A3-C1959585729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9D6051F-C00B-EE4A-BCE9-17B6D83BE71F}"/>
              </a:ext>
            </a:extLst>
          </p:cNvPr>
          <p:cNvSpPr>
            <a:spLocks noGrp="1"/>
          </p:cNvSpPr>
          <p:nvPr>
            <p:ph type="sldNum" sz="quarter" idx="12"/>
          </p:nvPr>
        </p:nvSpPr>
        <p:spPr/>
        <p:txBody>
          <a:bodyPr/>
          <a:lstStyle/>
          <a:p>
            <a:fld id="{D89D76C3-A5A9-4168-BE2E-6A3D1757D92E}" type="slidenum">
              <a:rPr lang="en-GB" smtClean="0"/>
              <a:pPr/>
              <a:t>‹#›</a:t>
            </a:fld>
            <a:endParaRPr lang="en-GB"/>
          </a:p>
        </p:txBody>
      </p:sp>
      <p:sp>
        <p:nvSpPr>
          <p:cNvPr id="8" name="Picture Placeholder 7">
            <a:extLst>
              <a:ext uri="{FF2B5EF4-FFF2-40B4-BE49-F238E27FC236}">
                <a16:creationId xmlns:a16="http://schemas.microsoft.com/office/drawing/2014/main" id="{88151BDA-5372-B543-B3DF-751015BC736B}"/>
              </a:ext>
            </a:extLst>
          </p:cNvPr>
          <p:cNvSpPr>
            <a:spLocks noGrp="1"/>
          </p:cNvSpPr>
          <p:nvPr>
            <p:ph type="pic" sz="quarter" idx="13" hasCustomPrompt="1"/>
          </p:nvPr>
        </p:nvSpPr>
        <p:spPr>
          <a:xfrm>
            <a:off x="6221875" y="1075079"/>
            <a:ext cx="1341437" cy="765294"/>
          </a:xfrm>
          <a:noFill/>
        </p:spPr>
        <p:txBody>
          <a:bodyPr anchor="ctr"/>
          <a:lstStyle>
            <a:lvl1pPr marL="0" indent="0" algn="ctr">
              <a:buNone/>
              <a:defRPr/>
            </a:lvl1pPr>
          </a:lstStyle>
          <a:p>
            <a:r>
              <a:rPr lang="en-US"/>
              <a:t>Client Logo</a:t>
            </a:r>
          </a:p>
        </p:txBody>
      </p:sp>
      <p:sp>
        <p:nvSpPr>
          <p:cNvPr id="9" name="Picture Placeholder 7">
            <a:extLst>
              <a:ext uri="{FF2B5EF4-FFF2-40B4-BE49-F238E27FC236}">
                <a16:creationId xmlns:a16="http://schemas.microsoft.com/office/drawing/2014/main" id="{73823703-1C8A-9443-A8BB-5CAA5AFA6181}"/>
              </a:ext>
            </a:extLst>
          </p:cNvPr>
          <p:cNvSpPr>
            <a:spLocks noGrp="1"/>
          </p:cNvSpPr>
          <p:nvPr>
            <p:ph type="pic" sz="quarter" idx="14" hasCustomPrompt="1"/>
          </p:nvPr>
        </p:nvSpPr>
        <p:spPr>
          <a:xfrm>
            <a:off x="8229911" y="1075079"/>
            <a:ext cx="1341437" cy="765294"/>
          </a:xfrm>
          <a:noFill/>
        </p:spPr>
        <p:txBody>
          <a:bodyPr anchor="ctr"/>
          <a:lstStyle>
            <a:lvl1pPr marL="0" indent="0" algn="ctr">
              <a:buNone/>
              <a:defRPr/>
            </a:lvl1pPr>
          </a:lstStyle>
          <a:p>
            <a:r>
              <a:rPr lang="en-US"/>
              <a:t>Client Logo</a:t>
            </a:r>
          </a:p>
        </p:txBody>
      </p:sp>
      <p:sp>
        <p:nvSpPr>
          <p:cNvPr id="10" name="Picture Placeholder 7">
            <a:extLst>
              <a:ext uri="{FF2B5EF4-FFF2-40B4-BE49-F238E27FC236}">
                <a16:creationId xmlns:a16="http://schemas.microsoft.com/office/drawing/2014/main" id="{0A5404B8-CDC3-0049-A387-A11C26176E0C}"/>
              </a:ext>
            </a:extLst>
          </p:cNvPr>
          <p:cNvSpPr>
            <a:spLocks noGrp="1"/>
          </p:cNvSpPr>
          <p:nvPr>
            <p:ph type="pic" sz="quarter" idx="15" hasCustomPrompt="1"/>
          </p:nvPr>
        </p:nvSpPr>
        <p:spPr>
          <a:xfrm>
            <a:off x="10237946" y="1075079"/>
            <a:ext cx="1341437" cy="765294"/>
          </a:xfrm>
          <a:noFill/>
        </p:spPr>
        <p:txBody>
          <a:bodyPr anchor="ctr"/>
          <a:lstStyle>
            <a:lvl1pPr marL="0" indent="0" algn="ctr">
              <a:buNone/>
              <a:defRPr/>
            </a:lvl1pPr>
          </a:lstStyle>
          <a:p>
            <a:r>
              <a:rPr lang="en-US"/>
              <a:t>Client Logo</a:t>
            </a:r>
          </a:p>
        </p:txBody>
      </p:sp>
      <p:sp>
        <p:nvSpPr>
          <p:cNvPr id="11" name="Picture Placeholder 7">
            <a:extLst>
              <a:ext uri="{FF2B5EF4-FFF2-40B4-BE49-F238E27FC236}">
                <a16:creationId xmlns:a16="http://schemas.microsoft.com/office/drawing/2014/main" id="{F2F6CDDE-F371-034D-92D5-2C1CEDC7BFAB}"/>
              </a:ext>
            </a:extLst>
          </p:cNvPr>
          <p:cNvSpPr>
            <a:spLocks noGrp="1"/>
          </p:cNvSpPr>
          <p:nvPr>
            <p:ph type="pic" sz="quarter" idx="16" hasCustomPrompt="1"/>
          </p:nvPr>
        </p:nvSpPr>
        <p:spPr>
          <a:xfrm>
            <a:off x="6221875" y="2151524"/>
            <a:ext cx="1341437" cy="765294"/>
          </a:xfrm>
          <a:noFill/>
        </p:spPr>
        <p:txBody>
          <a:bodyPr anchor="ctr"/>
          <a:lstStyle>
            <a:lvl1pPr marL="0" indent="0" algn="ctr">
              <a:buNone/>
              <a:defRPr/>
            </a:lvl1pPr>
          </a:lstStyle>
          <a:p>
            <a:r>
              <a:rPr lang="en-US"/>
              <a:t>Client Logo</a:t>
            </a:r>
          </a:p>
        </p:txBody>
      </p:sp>
      <p:sp>
        <p:nvSpPr>
          <p:cNvPr id="12" name="Picture Placeholder 7">
            <a:extLst>
              <a:ext uri="{FF2B5EF4-FFF2-40B4-BE49-F238E27FC236}">
                <a16:creationId xmlns:a16="http://schemas.microsoft.com/office/drawing/2014/main" id="{169270F3-415A-A747-A765-D79D84ECCA6E}"/>
              </a:ext>
            </a:extLst>
          </p:cNvPr>
          <p:cNvSpPr>
            <a:spLocks noGrp="1"/>
          </p:cNvSpPr>
          <p:nvPr>
            <p:ph type="pic" sz="quarter" idx="17" hasCustomPrompt="1"/>
          </p:nvPr>
        </p:nvSpPr>
        <p:spPr>
          <a:xfrm>
            <a:off x="8229910" y="2151524"/>
            <a:ext cx="1341437" cy="765294"/>
          </a:xfrm>
          <a:noFill/>
        </p:spPr>
        <p:txBody>
          <a:bodyPr anchor="ctr"/>
          <a:lstStyle>
            <a:lvl1pPr marL="0" indent="0" algn="ctr">
              <a:buNone/>
              <a:defRPr/>
            </a:lvl1pPr>
          </a:lstStyle>
          <a:p>
            <a:r>
              <a:rPr lang="en-US"/>
              <a:t>Client Logo</a:t>
            </a:r>
          </a:p>
        </p:txBody>
      </p:sp>
      <p:sp>
        <p:nvSpPr>
          <p:cNvPr id="13" name="Picture Placeholder 7">
            <a:extLst>
              <a:ext uri="{FF2B5EF4-FFF2-40B4-BE49-F238E27FC236}">
                <a16:creationId xmlns:a16="http://schemas.microsoft.com/office/drawing/2014/main" id="{9A15E3C8-4B29-6E4C-A195-D1A6A2F8CE40}"/>
              </a:ext>
            </a:extLst>
          </p:cNvPr>
          <p:cNvSpPr>
            <a:spLocks noGrp="1"/>
          </p:cNvSpPr>
          <p:nvPr>
            <p:ph type="pic" sz="quarter" idx="18" hasCustomPrompt="1"/>
          </p:nvPr>
        </p:nvSpPr>
        <p:spPr>
          <a:xfrm>
            <a:off x="10237946" y="2151524"/>
            <a:ext cx="1341437" cy="765294"/>
          </a:xfrm>
          <a:noFill/>
        </p:spPr>
        <p:txBody>
          <a:bodyPr anchor="ctr"/>
          <a:lstStyle>
            <a:lvl1pPr marL="0" indent="0" algn="ctr">
              <a:buNone/>
              <a:defRPr/>
            </a:lvl1pPr>
          </a:lstStyle>
          <a:p>
            <a:r>
              <a:rPr lang="en-US"/>
              <a:t>Client Logo</a:t>
            </a:r>
          </a:p>
        </p:txBody>
      </p:sp>
      <p:sp>
        <p:nvSpPr>
          <p:cNvPr id="17" name="Picture Placeholder 7">
            <a:extLst>
              <a:ext uri="{FF2B5EF4-FFF2-40B4-BE49-F238E27FC236}">
                <a16:creationId xmlns:a16="http://schemas.microsoft.com/office/drawing/2014/main" id="{2181E5D8-DA79-7F46-9F57-6B034FF44D80}"/>
              </a:ext>
            </a:extLst>
          </p:cNvPr>
          <p:cNvSpPr>
            <a:spLocks noGrp="1"/>
          </p:cNvSpPr>
          <p:nvPr>
            <p:ph type="pic" sz="quarter" idx="19" hasCustomPrompt="1"/>
          </p:nvPr>
        </p:nvSpPr>
        <p:spPr>
          <a:xfrm>
            <a:off x="6221875" y="3123798"/>
            <a:ext cx="1341437" cy="765294"/>
          </a:xfrm>
          <a:noFill/>
        </p:spPr>
        <p:txBody>
          <a:bodyPr anchor="ctr"/>
          <a:lstStyle>
            <a:lvl1pPr marL="0" indent="0" algn="ctr">
              <a:buNone/>
              <a:defRPr/>
            </a:lvl1pPr>
          </a:lstStyle>
          <a:p>
            <a:r>
              <a:rPr lang="en-US"/>
              <a:t>Client Logo</a:t>
            </a:r>
          </a:p>
        </p:txBody>
      </p:sp>
      <p:sp>
        <p:nvSpPr>
          <p:cNvPr id="18" name="Picture Placeholder 7">
            <a:extLst>
              <a:ext uri="{FF2B5EF4-FFF2-40B4-BE49-F238E27FC236}">
                <a16:creationId xmlns:a16="http://schemas.microsoft.com/office/drawing/2014/main" id="{6445F49E-CE65-4A4D-92A6-C6307BD6DDFF}"/>
              </a:ext>
            </a:extLst>
          </p:cNvPr>
          <p:cNvSpPr>
            <a:spLocks noGrp="1"/>
          </p:cNvSpPr>
          <p:nvPr>
            <p:ph type="pic" sz="quarter" idx="20" hasCustomPrompt="1"/>
          </p:nvPr>
        </p:nvSpPr>
        <p:spPr>
          <a:xfrm>
            <a:off x="8229910" y="3123798"/>
            <a:ext cx="1341437" cy="765294"/>
          </a:xfrm>
          <a:noFill/>
        </p:spPr>
        <p:txBody>
          <a:bodyPr anchor="ctr"/>
          <a:lstStyle>
            <a:lvl1pPr marL="0" indent="0" algn="ctr">
              <a:buNone/>
              <a:defRPr/>
            </a:lvl1pPr>
          </a:lstStyle>
          <a:p>
            <a:r>
              <a:rPr lang="en-US"/>
              <a:t>Client Logo</a:t>
            </a:r>
          </a:p>
        </p:txBody>
      </p:sp>
      <p:sp>
        <p:nvSpPr>
          <p:cNvPr id="19" name="Picture Placeholder 7">
            <a:extLst>
              <a:ext uri="{FF2B5EF4-FFF2-40B4-BE49-F238E27FC236}">
                <a16:creationId xmlns:a16="http://schemas.microsoft.com/office/drawing/2014/main" id="{EEE3F9DB-EB9C-BE4F-823B-531877B81F5E}"/>
              </a:ext>
            </a:extLst>
          </p:cNvPr>
          <p:cNvSpPr>
            <a:spLocks noGrp="1"/>
          </p:cNvSpPr>
          <p:nvPr>
            <p:ph type="pic" sz="quarter" idx="21" hasCustomPrompt="1"/>
          </p:nvPr>
        </p:nvSpPr>
        <p:spPr>
          <a:xfrm>
            <a:off x="10237946" y="3123798"/>
            <a:ext cx="1341437" cy="765294"/>
          </a:xfrm>
          <a:noFill/>
        </p:spPr>
        <p:txBody>
          <a:bodyPr anchor="ctr"/>
          <a:lstStyle>
            <a:lvl1pPr marL="0" indent="0" algn="ctr">
              <a:buNone/>
              <a:defRPr/>
            </a:lvl1pPr>
          </a:lstStyle>
          <a:p>
            <a:r>
              <a:rPr lang="en-US"/>
              <a:t>Client Logo</a:t>
            </a:r>
          </a:p>
        </p:txBody>
      </p:sp>
      <p:sp>
        <p:nvSpPr>
          <p:cNvPr id="20" name="Picture Placeholder 7">
            <a:extLst>
              <a:ext uri="{FF2B5EF4-FFF2-40B4-BE49-F238E27FC236}">
                <a16:creationId xmlns:a16="http://schemas.microsoft.com/office/drawing/2014/main" id="{1F77D564-9108-AB40-8DD3-23D1F6FEE5BF}"/>
              </a:ext>
            </a:extLst>
          </p:cNvPr>
          <p:cNvSpPr>
            <a:spLocks noGrp="1"/>
          </p:cNvSpPr>
          <p:nvPr>
            <p:ph type="pic" sz="quarter" idx="22" hasCustomPrompt="1"/>
          </p:nvPr>
        </p:nvSpPr>
        <p:spPr>
          <a:xfrm>
            <a:off x="6221875" y="4096072"/>
            <a:ext cx="1341437" cy="765294"/>
          </a:xfrm>
          <a:noFill/>
        </p:spPr>
        <p:txBody>
          <a:bodyPr anchor="ctr"/>
          <a:lstStyle>
            <a:lvl1pPr marL="0" indent="0" algn="ctr">
              <a:buNone/>
              <a:defRPr/>
            </a:lvl1pPr>
          </a:lstStyle>
          <a:p>
            <a:r>
              <a:rPr lang="en-US"/>
              <a:t>Client Logo</a:t>
            </a:r>
          </a:p>
        </p:txBody>
      </p:sp>
      <p:sp>
        <p:nvSpPr>
          <p:cNvPr id="21" name="Picture Placeholder 7">
            <a:extLst>
              <a:ext uri="{FF2B5EF4-FFF2-40B4-BE49-F238E27FC236}">
                <a16:creationId xmlns:a16="http://schemas.microsoft.com/office/drawing/2014/main" id="{4D040AF5-EB9A-084C-BDA7-CCD5375FBFD3}"/>
              </a:ext>
            </a:extLst>
          </p:cNvPr>
          <p:cNvSpPr>
            <a:spLocks noGrp="1"/>
          </p:cNvSpPr>
          <p:nvPr>
            <p:ph type="pic" sz="quarter" idx="23" hasCustomPrompt="1"/>
          </p:nvPr>
        </p:nvSpPr>
        <p:spPr>
          <a:xfrm>
            <a:off x="8229910" y="4096072"/>
            <a:ext cx="1341437" cy="765294"/>
          </a:xfrm>
          <a:noFill/>
        </p:spPr>
        <p:txBody>
          <a:bodyPr anchor="ctr"/>
          <a:lstStyle>
            <a:lvl1pPr marL="0" indent="0" algn="ctr">
              <a:buNone/>
              <a:defRPr/>
            </a:lvl1pPr>
          </a:lstStyle>
          <a:p>
            <a:r>
              <a:rPr lang="en-US"/>
              <a:t>Client Logo</a:t>
            </a:r>
          </a:p>
        </p:txBody>
      </p:sp>
      <p:sp>
        <p:nvSpPr>
          <p:cNvPr id="22" name="Picture Placeholder 7">
            <a:extLst>
              <a:ext uri="{FF2B5EF4-FFF2-40B4-BE49-F238E27FC236}">
                <a16:creationId xmlns:a16="http://schemas.microsoft.com/office/drawing/2014/main" id="{E908DD8D-7B9A-A14C-BB7C-594BDD68A245}"/>
              </a:ext>
            </a:extLst>
          </p:cNvPr>
          <p:cNvSpPr>
            <a:spLocks noGrp="1"/>
          </p:cNvSpPr>
          <p:nvPr>
            <p:ph type="pic" sz="quarter" idx="24" hasCustomPrompt="1"/>
          </p:nvPr>
        </p:nvSpPr>
        <p:spPr>
          <a:xfrm>
            <a:off x="10237946" y="4096072"/>
            <a:ext cx="1341437" cy="765294"/>
          </a:xfrm>
          <a:noFill/>
        </p:spPr>
        <p:txBody>
          <a:bodyPr anchor="ctr"/>
          <a:lstStyle>
            <a:lvl1pPr marL="0" indent="0" algn="ctr">
              <a:buNone/>
              <a:defRPr/>
            </a:lvl1pPr>
          </a:lstStyle>
          <a:p>
            <a:r>
              <a:rPr lang="en-US"/>
              <a:t>Client Logo</a:t>
            </a:r>
          </a:p>
        </p:txBody>
      </p:sp>
      <p:sp>
        <p:nvSpPr>
          <p:cNvPr id="23" name="Picture Placeholder 7">
            <a:extLst>
              <a:ext uri="{FF2B5EF4-FFF2-40B4-BE49-F238E27FC236}">
                <a16:creationId xmlns:a16="http://schemas.microsoft.com/office/drawing/2014/main" id="{0848EB05-1277-4241-9AC1-B019C297564A}"/>
              </a:ext>
            </a:extLst>
          </p:cNvPr>
          <p:cNvSpPr>
            <a:spLocks noGrp="1"/>
          </p:cNvSpPr>
          <p:nvPr>
            <p:ph type="pic" sz="quarter" idx="25" hasCustomPrompt="1"/>
          </p:nvPr>
        </p:nvSpPr>
        <p:spPr>
          <a:xfrm>
            <a:off x="6221875" y="5114644"/>
            <a:ext cx="1341437" cy="765294"/>
          </a:xfrm>
          <a:noFill/>
        </p:spPr>
        <p:txBody>
          <a:bodyPr anchor="ctr"/>
          <a:lstStyle>
            <a:lvl1pPr marL="0" indent="0" algn="ctr">
              <a:buNone/>
              <a:defRPr/>
            </a:lvl1pPr>
          </a:lstStyle>
          <a:p>
            <a:r>
              <a:rPr lang="en-US"/>
              <a:t>Client Logo</a:t>
            </a:r>
          </a:p>
        </p:txBody>
      </p:sp>
      <p:sp>
        <p:nvSpPr>
          <p:cNvPr id="24" name="Picture Placeholder 7">
            <a:extLst>
              <a:ext uri="{FF2B5EF4-FFF2-40B4-BE49-F238E27FC236}">
                <a16:creationId xmlns:a16="http://schemas.microsoft.com/office/drawing/2014/main" id="{E310FA1B-E0C8-E84F-AC76-8CE15783E245}"/>
              </a:ext>
            </a:extLst>
          </p:cNvPr>
          <p:cNvSpPr>
            <a:spLocks noGrp="1"/>
          </p:cNvSpPr>
          <p:nvPr>
            <p:ph type="pic" sz="quarter" idx="26" hasCustomPrompt="1"/>
          </p:nvPr>
        </p:nvSpPr>
        <p:spPr>
          <a:xfrm>
            <a:off x="8229910" y="5114644"/>
            <a:ext cx="1341437" cy="765294"/>
          </a:xfrm>
          <a:noFill/>
        </p:spPr>
        <p:txBody>
          <a:bodyPr anchor="ctr"/>
          <a:lstStyle>
            <a:lvl1pPr marL="0" indent="0" algn="ctr">
              <a:buNone/>
              <a:defRPr/>
            </a:lvl1pPr>
          </a:lstStyle>
          <a:p>
            <a:r>
              <a:rPr lang="en-US"/>
              <a:t>Client Logo</a:t>
            </a:r>
          </a:p>
        </p:txBody>
      </p:sp>
      <p:sp>
        <p:nvSpPr>
          <p:cNvPr id="25" name="Picture Placeholder 7">
            <a:extLst>
              <a:ext uri="{FF2B5EF4-FFF2-40B4-BE49-F238E27FC236}">
                <a16:creationId xmlns:a16="http://schemas.microsoft.com/office/drawing/2014/main" id="{36BC7121-4F04-324D-82DD-B62FC97BC9F1}"/>
              </a:ext>
            </a:extLst>
          </p:cNvPr>
          <p:cNvSpPr>
            <a:spLocks noGrp="1"/>
          </p:cNvSpPr>
          <p:nvPr>
            <p:ph type="pic" sz="quarter" idx="27" hasCustomPrompt="1"/>
          </p:nvPr>
        </p:nvSpPr>
        <p:spPr>
          <a:xfrm>
            <a:off x="10237946" y="5114644"/>
            <a:ext cx="1341437" cy="765294"/>
          </a:xfrm>
          <a:noFill/>
        </p:spPr>
        <p:txBody>
          <a:bodyPr anchor="ctr"/>
          <a:lstStyle>
            <a:lvl1pPr marL="0" indent="0" algn="ctr">
              <a:buNone/>
              <a:defRPr/>
            </a:lvl1pPr>
          </a:lstStyle>
          <a:p>
            <a:r>
              <a:rPr lang="en-US"/>
              <a:t>Client Logo</a:t>
            </a:r>
          </a:p>
        </p:txBody>
      </p:sp>
      <p:sp>
        <p:nvSpPr>
          <p:cNvPr id="26" name="Freeform 103">
            <a:extLst>
              <a:ext uri="{FF2B5EF4-FFF2-40B4-BE49-F238E27FC236}">
                <a16:creationId xmlns:a16="http://schemas.microsoft.com/office/drawing/2014/main" id="{8354957A-4F22-487D-B019-7A9B8883C4C5}"/>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5">
            <a:extLst>
              <a:ext uri="{FF2B5EF4-FFF2-40B4-BE49-F238E27FC236}">
                <a16:creationId xmlns:a16="http://schemas.microsoft.com/office/drawing/2014/main" id="{AE074A0D-397D-4692-854C-3BAD8A27422A}"/>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6">
            <a:extLst>
              <a:ext uri="{FF2B5EF4-FFF2-40B4-BE49-F238E27FC236}">
                <a16:creationId xmlns:a16="http://schemas.microsoft.com/office/drawing/2014/main" id="{3DA02221-713B-45E4-975B-55C2EE06F1C1}"/>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7">
            <a:extLst>
              <a:ext uri="{FF2B5EF4-FFF2-40B4-BE49-F238E27FC236}">
                <a16:creationId xmlns:a16="http://schemas.microsoft.com/office/drawing/2014/main" id="{AD805CDF-28A7-4DA9-AA02-236FAB1B2E04}"/>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8">
            <a:extLst>
              <a:ext uri="{FF2B5EF4-FFF2-40B4-BE49-F238E27FC236}">
                <a16:creationId xmlns:a16="http://schemas.microsoft.com/office/drawing/2014/main" id="{BF66B54B-DCF7-484E-869A-E5AFAE898387}"/>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31" name="Freeform 102">
            <a:extLst>
              <a:ext uri="{FF2B5EF4-FFF2-40B4-BE49-F238E27FC236}">
                <a16:creationId xmlns:a16="http://schemas.microsoft.com/office/drawing/2014/main" id="{B96BF11E-82B2-44B0-9A24-4632CD01DB05}"/>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04">
            <a:extLst>
              <a:ext uri="{FF2B5EF4-FFF2-40B4-BE49-F238E27FC236}">
                <a16:creationId xmlns:a16="http://schemas.microsoft.com/office/drawing/2014/main" id="{D561E54A-2E9C-463F-A326-2A4516158244}"/>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965593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29" name="Picture Placeholder 2">
            <a:extLst>
              <a:ext uri="{FF2B5EF4-FFF2-40B4-BE49-F238E27FC236}">
                <a16:creationId xmlns:a16="http://schemas.microsoft.com/office/drawing/2014/main" id="{D68B37E5-C47B-1641-9A35-83B5916C2A07}"/>
              </a:ext>
            </a:extLst>
          </p:cNvPr>
          <p:cNvSpPr>
            <a:spLocks noGrp="1"/>
          </p:cNvSpPr>
          <p:nvPr>
            <p:ph type="pic" sz="quarter" idx="14" hasCustomPrompt="1"/>
          </p:nvPr>
        </p:nvSpPr>
        <p:spPr>
          <a:xfrm>
            <a:off x="3406955"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0" name="Picture Placeholder 2">
            <a:extLst>
              <a:ext uri="{FF2B5EF4-FFF2-40B4-BE49-F238E27FC236}">
                <a16:creationId xmlns:a16="http://schemas.microsoft.com/office/drawing/2014/main" id="{3EB84A92-0FA9-4942-941F-81B895846216}"/>
              </a:ext>
            </a:extLst>
          </p:cNvPr>
          <p:cNvSpPr>
            <a:spLocks noGrp="1"/>
          </p:cNvSpPr>
          <p:nvPr>
            <p:ph type="pic" sz="quarter" idx="15" hasCustomPrompt="1"/>
          </p:nvPr>
        </p:nvSpPr>
        <p:spPr>
          <a:xfrm>
            <a:off x="560741"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1" name="Picture Placeholder 2">
            <a:extLst>
              <a:ext uri="{FF2B5EF4-FFF2-40B4-BE49-F238E27FC236}">
                <a16:creationId xmlns:a16="http://schemas.microsoft.com/office/drawing/2014/main" id="{AF39D087-1DC6-3E46-87E9-485A71B34245}"/>
              </a:ext>
            </a:extLst>
          </p:cNvPr>
          <p:cNvSpPr>
            <a:spLocks noGrp="1"/>
          </p:cNvSpPr>
          <p:nvPr>
            <p:ph type="pic" sz="quarter" idx="16" hasCustomPrompt="1"/>
          </p:nvPr>
        </p:nvSpPr>
        <p:spPr>
          <a:xfrm>
            <a:off x="6205505"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2" name="Picture Placeholder 2">
            <a:extLst>
              <a:ext uri="{FF2B5EF4-FFF2-40B4-BE49-F238E27FC236}">
                <a16:creationId xmlns:a16="http://schemas.microsoft.com/office/drawing/2014/main" id="{CAF75F10-360C-DF47-B2BA-BB8A53920B23}"/>
              </a:ext>
            </a:extLst>
          </p:cNvPr>
          <p:cNvSpPr>
            <a:spLocks noGrp="1"/>
          </p:cNvSpPr>
          <p:nvPr>
            <p:ph type="pic" sz="quarter" idx="17" hasCustomPrompt="1"/>
          </p:nvPr>
        </p:nvSpPr>
        <p:spPr>
          <a:xfrm>
            <a:off x="9003539"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3" name="Picture Placeholder 2">
            <a:extLst>
              <a:ext uri="{FF2B5EF4-FFF2-40B4-BE49-F238E27FC236}">
                <a16:creationId xmlns:a16="http://schemas.microsoft.com/office/drawing/2014/main" id="{57A78F6F-2FE5-AC44-9924-DCBFA03D4488}"/>
              </a:ext>
            </a:extLst>
          </p:cNvPr>
          <p:cNvSpPr>
            <a:spLocks noGrp="1"/>
          </p:cNvSpPr>
          <p:nvPr>
            <p:ph type="pic" sz="quarter" idx="18" hasCustomPrompt="1"/>
          </p:nvPr>
        </p:nvSpPr>
        <p:spPr>
          <a:xfrm>
            <a:off x="3406955"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4" name="Picture Placeholder 2">
            <a:extLst>
              <a:ext uri="{FF2B5EF4-FFF2-40B4-BE49-F238E27FC236}">
                <a16:creationId xmlns:a16="http://schemas.microsoft.com/office/drawing/2014/main" id="{58B94BC4-2D82-5641-B93D-B4542C823090}"/>
              </a:ext>
            </a:extLst>
          </p:cNvPr>
          <p:cNvSpPr>
            <a:spLocks noGrp="1"/>
          </p:cNvSpPr>
          <p:nvPr>
            <p:ph type="pic" sz="quarter" idx="19" hasCustomPrompt="1"/>
          </p:nvPr>
        </p:nvSpPr>
        <p:spPr>
          <a:xfrm>
            <a:off x="560741"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5" name="Picture Placeholder 2">
            <a:extLst>
              <a:ext uri="{FF2B5EF4-FFF2-40B4-BE49-F238E27FC236}">
                <a16:creationId xmlns:a16="http://schemas.microsoft.com/office/drawing/2014/main" id="{A79B6033-59A8-F046-8FE6-5B57579A633C}"/>
              </a:ext>
            </a:extLst>
          </p:cNvPr>
          <p:cNvSpPr>
            <a:spLocks noGrp="1"/>
          </p:cNvSpPr>
          <p:nvPr>
            <p:ph type="pic" sz="quarter" idx="20" hasCustomPrompt="1"/>
          </p:nvPr>
        </p:nvSpPr>
        <p:spPr>
          <a:xfrm>
            <a:off x="6205505"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6" name="Picture Placeholder 2">
            <a:extLst>
              <a:ext uri="{FF2B5EF4-FFF2-40B4-BE49-F238E27FC236}">
                <a16:creationId xmlns:a16="http://schemas.microsoft.com/office/drawing/2014/main" id="{33008A81-607B-6849-A0CB-72AC505EBADB}"/>
              </a:ext>
            </a:extLst>
          </p:cNvPr>
          <p:cNvSpPr>
            <a:spLocks noGrp="1"/>
          </p:cNvSpPr>
          <p:nvPr>
            <p:ph type="pic" sz="quarter" idx="21" hasCustomPrompt="1"/>
          </p:nvPr>
        </p:nvSpPr>
        <p:spPr>
          <a:xfrm>
            <a:off x="9003539"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4" name="Date Placeholder 3"/>
          <p:cNvSpPr>
            <a:spLocks noGrp="1"/>
          </p:cNvSpPr>
          <p:nvPr>
            <p:ph type="dt" sz="half" idx="10"/>
          </p:nvPr>
        </p:nvSpPr>
        <p:spPr/>
        <p:txBody>
          <a:bodyPr/>
          <a:lstStyle/>
          <a:p>
            <a:fld id="{DB7EE005-9238-4EDB-8632-E512DDF58CAA}" type="datetime1">
              <a:rPr lang="en-GB" smtClean="0"/>
              <a:t>22/02/2024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dirty="0"/>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Slide Number Placeholder 3">
            <a:extLst>
              <a:ext uri="{FF2B5EF4-FFF2-40B4-BE49-F238E27FC236}">
                <a16:creationId xmlns:a16="http://schemas.microsoft.com/office/drawing/2014/main" id="{960EBC7C-5BE1-5A4D-B786-5AEA3224448A}"/>
              </a:ext>
            </a:extLst>
          </p:cNvPr>
          <p:cNvSpPr txBox="1">
            <a:spLocks/>
          </p:cNvSpPr>
          <p:nvPr userDrawn="1"/>
        </p:nvSpPr>
        <p:spPr>
          <a:xfrm>
            <a:off x="8610600" y="6311194"/>
            <a:ext cx="2971800" cy="36512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tint val="75000"/>
                  </a:schemeClr>
                </a:solidFill>
                <a:latin typeface="Slalom Sans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9D76C3-A5A9-4168-BE2E-6A3D1757D92E}" type="slidenum">
              <a:rPr lang="en-GB" smtClean="0"/>
              <a:pPr/>
              <a:t>‹#›</a:t>
            </a:fld>
            <a:endParaRPr lang="en-GB"/>
          </a:p>
        </p:txBody>
      </p:sp>
      <p:grpSp>
        <p:nvGrpSpPr>
          <p:cNvPr id="45" name="Group 44">
            <a:extLst>
              <a:ext uri="{FF2B5EF4-FFF2-40B4-BE49-F238E27FC236}">
                <a16:creationId xmlns:a16="http://schemas.microsoft.com/office/drawing/2014/main" id="{226C365C-2779-4A6E-B0CD-CBF51AE39182}"/>
              </a:ext>
            </a:extLst>
          </p:cNvPr>
          <p:cNvGrpSpPr>
            <a:grpSpLocks noChangeAspect="1"/>
          </p:cNvGrpSpPr>
          <p:nvPr userDrawn="1"/>
        </p:nvGrpSpPr>
        <p:grpSpPr>
          <a:xfrm>
            <a:off x="9836835" y="418337"/>
            <a:ext cx="1875223" cy="359253"/>
            <a:chOff x="4622794" y="4407337"/>
            <a:chExt cx="1621410" cy="310628"/>
          </a:xfrm>
        </p:grpSpPr>
        <p:grpSp>
          <p:nvGrpSpPr>
            <p:cNvPr id="46" name="Group 45">
              <a:extLst>
                <a:ext uri="{FF2B5EF4-FFF2-40B4-BE49-F238E27FC236}">
                  <a16:creationId xmlns:a16="http://schemas.microsoft.com/office/drawing/2014/main" id="{F4391B1D-C425-40BD-ADEE-D4FD2DDCC65A}"/>
                </a:ext>
              </a:extLst>
            </p:cNvPr>
            <p:cNvGrpSpPr/>
            <p:nvPr/>
          </p:nvGrpSpPr>
          <p:grpSpPr>
            <a:xfrm>
              <a:off x="4622794" y="4451367"/>
              <a:ext cx="745893" cy="195646"/>
              <a:chOff x="4240213" y="4427538"/>
              <a:chExt cx="484187" cy="127000"/>
            </a:xfrm>
            <a:solidFill>
              <a:schemeClr val="tx1"/>
            </a:solidFill>
          </p:grpSpPr>
          <p:sp>
            <p:nvSpPr>
              <p:cNvPr id="60" name="Freeform 102">
                <a:extLst>
                  <a:ext uri="{FF2B5EF4-FFF2-40B4-BE49-F238E27FC236}">
                    <a16:creationId xmlns:a16="http://schemas.microsoft.com/office/drawing/2014/main" id="{B1D13AE9-ED81-4740-924B-0044E26AA122}"/>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1" name="Freeform 103">
                <a:extLst>
                  <a:ext uri="{FF2B5EF4-FFF2-40B4-BE49-F238E27FC236}">
                    <a16:creationId xmlns:a16="http://schemas.microsoft.com/office/drawing/2014/main" id="{3272FA11-58D0-4187-9F6A-0C1878387FE8}"/>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2" name="Freeform 104">
                <a:extLst>
                  <a:ext uri="{FF2B5EF4-FFF2-40B4-BE49-F238E27FC236}">
                    <a16:creationId xmlns:a16="http://schemas.microsoft.com/office/drawing/2014/main" id="{B310375F-0138-4A5F-8BBD-9D7B7F7E9D92}"/>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3" name="Freeform 105">
                <a:extLst>
                  <a:ext uri="{FF2B5EF4-FFF2-40B4-BE49-F238E27FC236}">
                    <a16:creationId xmlns:a16="http://schemas.microsoft.com/office/drawing/2014/main" id="{F47FD865-0E35-454B-8145-76883F9DBEC1}"/>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4" name="Freeform 106">
                <a:extLst>
                  <a:ext uri="{FF2B5EF4-FFF2-40B4-BE49-F238E27FC236}">
                    <a16:creationId xmlns:a16="http://schemas.microsoft.com/office/drawing/2014/main" id="{E2E3644C-46EE-4E38-8952-932AFCEFCF3D}"/>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5" name="Freeform 107">
                <a:extLst>
                  <a:ext uri="{FF2B5EF4-FFF2-40B4-BE49-F238E27FC236}">
                    <a16:creationId xmlns:a16="http://schemas.microsoft.com/office/drawing/2014/main" id="{0BD51497-B9F6-4FB0-94C6-CBDCC0C396D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47" name="Freeform 108">
              <a:extLst>
                <a:ext uri="{FF2B5EF4-FFF2-40B4-BE49-F238E27FC236}">
                  <a16:creationId xmlns:a16="http://schemas.microsoft.com/office/drawing/2014/main" id="{AD99E42C-9CEE-431C-ACC2-EDD46253B133}"/>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48" name="Group 47">
              <a:extLst>
                <a:ext uri="{FF2B5EF4-FFF2-40B4-BE49-F238E27FC236}">
                  <a16:creationId xmlns:a16="http://schemas.microsoft.com/office/drawing/2014/main" id="{35C2CFC1-FB55-4978-95E6-800986BCE7A0}"/>
                </a:ext>
              </a:extLst>
            </p:cNvPr>
            <p:cNvGrpSpPr/>
            <p:nvPr/>
          </p:nvGrpSpPr>
          <p:grpSpPr>
            <a:xfrm>
              <a:off x="5796668" y="4407337"/>
              <a:ext cx="447536" cy="310628"/>
              <a:chOff x="5002213" y="4398963"/>
              <a:chExt cx="290512" cy="201639"/>
            </a:xfrm>
          </p:grpSpPr>
          <p:sp>
            <p:nvSpPr>
              <p:cNvPr id="49" name="Freeform 109">
                <a:extLst>
                  <a:ext uri="{FF2B5EF4-FFF2-40B4-BE49-F238E27FC236}">
                    <a16:creationId xmlns:a16="http://schemas.microsoft.com/office/drawing/2014/main" id="{F58922B4-FFF9-448D-A76B-720171D58893}"/>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110">
                <a:extLst>
                  <a:ext uri="{FF2B5EF4-FFF2-40B4-BE49-F238E27FC236}">
                    <a16:creationId xmlns:a16="http://schemas.microsoft.com/office/drawing/2014/main" id="{AFB8ACF7-7902-40F2-B855-85D41EC6A61C}"/>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Freeform 111">
                <a:extLst>
                  <a:ext uri="{FF2B5EF4-FFF2-40B4-BE49-F238E27FC236}">
                    <a16:creationId xmlns:a16="http://schemas.microsoft.com/office/drawing/2014/main" id="{FF3C7AB3-63D7-4D3C-AAA1-3F6CDAC4F8F3}"/>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2" name="Freeform 112">
                <a:extLst>
                  <a:ext uri="{FF2B5EF4-FFF2-40B4-BE49-F238E27FC236}">
                    <a16:creationId xmlns:a16="http://schemas.microsoft.com/office/drawing/2014/main" id="{3A87715F-7C3C-4D29-9524-CC2277F34667}"/>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3" name="Freeform 113">
                <a:extLst>
                  <a:ext uri="{FF2B5EF4-FFF2-40B4-BE49-F238E27FC236}">
                    <a16:creationId xmlns:a16="http://schemas.microsoft.com/office/drawing/2014/main" id="{6010987B-170C-4DD6-A583-6FD4D81FE11C}"/>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 name="Freeform 114">
                <a:extLst>
                  <a:ext uri="{FF2B5EF4-FFF2-40B4-BE49-F238E27FC236}">
                    <a16:creationId xmlns:a16="http://schemas.microsoft.com/office/drawing/2014/main" id="{63FF4F8A-41B1-4083-AAA2-3E71D5CE90B1}"/>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5" name="Freeform 115">
                <a:extLst>
                  <a:ext uri="{FF2B5EF4-FFF2-40B4-BE49-F238E27FC236}">
                    <a16:creationId xmlns:a16="http://schemas.microsoft.com/office/drawing/2014/main" id="{EE0DFB21-80EF-4689-A49D-F9CC71AC142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 name="Freeform 116">
                <a:extLst>
                  <a:ext uri="{FF2B5EF4-FFF2-40B4-BE49-F238E27FC236}">
                    <a16:creationId xmlns:a16="http://schemas.microsoft.com/office/drawing/2014/main" id="{4EB373DD-056B-47C6-BB96-2E220408E074}"/>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 name="Freeform 117">
                <a:extLst>
                  <a:ext uri="{FF2B5EF4-FFF2-40B4-BE49-F238E27FC236}">
                    <a16:creationId xmlns:a16="http://schemas.microsoft.com/office/drawing/2014/main" id="{3244BF2B-F57F-4852-879D-05B9C7F2D190}"/>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8" name="Freeform 118">
                <a:extLst>
                  <a:ext uri="{FF2B5EF4-FFF2-40B4-BE49-F238E27FC236}">
                    <a16:creationId xmlns:a16="http://schemas.microsoft.com/office/drawing/2014/main" id="{6DEF80C6-1209-42C1-A465-A4EC738D5FAE}"/>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9" name="Freeform 119">
                <a:extLst>
                  <a:ext uri="{FF2B5EF4-FFF2-40B4-BE49-F238E27FC236}">
                    <a16:creationId xmlns:a16="http://schemas.microsoft.com/office/drawing/2014/main" id="{47CF93BB-7AEE-4B5D-AB18-375F661A2E7A}"/>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008166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B5927F4-05E8-D342-8268-0975D9C26918}"/>
              </a:ext>
            </a:extLst>
          </p:cNvPr>
          <p:cNvSpPr>
            <a:spLocks noGrp="1"/>
          </p:cNvSpPr>
          <p:nvPr>
            <p:ph type="pic" sz="quarter" idx="13"/>
          </p:nvPr>
        </p:nvSpPr>
        <p:spPr>
          <a:xfrm>
            <a:off x="609599" y="719137"/>
            <a:ext cx="1638301" cy="1638301"/>
          </a:xfrm>
          <a:prstGeom prst="ellipse">
            <a:avLst/>
          </a:prstGeom>
          <a:solidFill>
            <a:schemeClr val="accent3"/>
          </a:solidFill>
        </p:spPr>
        <p:txBody>
          <a:bodyPr lIns="0" tIns="0" rIns="0" bIns="0" anchor="ctr"/>
          <a:lstStyle>
            <a:lvl1pPr marL="0" indent="0" algn="ctr">
              <a:buNone/>
              <a:defRPr/>
            </a:lvl1pPr>
          </a:lstStyle>
          <a:p>
            <a:r>
              <a:rPr lang="en-US"/>
              <a:t>Click icon to add picture</a:t>
            </a:r>
          </a:p>
        </p:txBody>
      </p:sp>
      <p:sp>
        <p:nvSpPr>
          <p:cNvPr id="4" name="Date Placeholder 3"/>
          <p:cNvSpPr>
            <a:spLocks noGrp="1"/>
          </p:cNvSpPr>
          <p:nvPr>
            <p:ph type="dt" sz="half" idx="10"/>
          </p:nvPr>
        </p:nvSpPr>
        <p:spPr/>
        <p:txBody>
          <a:bodyPr/>
          <a:lstStyle/>
          <a:p>
            <a:fld id="{DB7EE005-9238-4EDB-8632-E512DDF58CAA}" type="datetime1">
              <a:rPr lang="en-GB" smtClean="0"/>
              <a:t>22/02/2024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grpSp>
        <p:nvGrpSpPr>
          <p:cNvPr id="29" name="Group 28">
            <a:extLst>
              <a:ext uri="{FF2B5EF4-FFF2-40B4-BE49-F238E27FC236}">
                <a16:creationId xmlns:a16="http://schemas.microsoft.com/office/drawing/2014/main" id="{E9C567CB-1D62-41B4-8E3F-06D8B18F0EAE}"/>
              </a:ext>
            </a:extLst>
          </p:cNvPr>
          <p:cNvGrpSpPr>
            <a:grpSpLocks noChangeAspect="1"/>
          </p:cNvGrpSpPr>
          <p:nvPr userDrawn="1"/>
        </p:nvGrpSpPr>
        <p:grpSpPr>
          <a:xfrm>
            <a:off x="9836835" y="418337"/>
            <a:ext cx="1875223" cy="359253"/>
            <a:chOff x="4622794" y="4407337"/>
            <a:chExt cx="1621410" cy="310628"/>
          </a:xfrm>
        </p:grpSpPr>
        <p:grpSp>
          <p:nvGrpSpPr>
            <p:cNvPr id="30" name="Group 29">
              <a:extLst>
                <a:ext uri="{FF2B5EF4-FFF2-40B4-BE49-F238E27FC236}">
                  <a16:creationId xmlns:a16="http://schemas.microsoft.com/office/drawing/2014/main" id="{A29535C1-04BA-4BBB-AD95-C4E205EEC37C}"/>
                </a:ext>
              </a:extLst>
            </p:cNvPr>
            <p:cNvGrpSpPr/>
            <p:nvPr/>
          </p:nvGrpSpPr>
          <p:grpSpPr>
            <a:xfrm>
              <a:off x="4622794" y="4451367"/>
              <a:ext cx="745893" cy="195646"/>
              <a:chOff x="4240213" y="4427538"/>
              <a:chExt cx="484187" cy="127000"/>
            </a:xfrm>
            <a:solidFill>
              <a:schemeClr val="tx1"/>
            </a:solidFill>
          </p:grpSpPr>
          <p:sp>
            <p:nvSpPr>
              <p:cNvPr id="44" name="Freeform 102">
                <a:extLst>
                  <a:ext uri="{FF2B5EF4-FFF2-40B4-BE49-F238E27FC236}">
                    <a16:creationId xmlns:a16="http://schemas.microsoft.com/office/drawing/2014/main" id="{9DB11E0D-2401-496E-8366-7D07D0EE992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103">
                <a:extLst>
                  <a:ext uri="{FF2B5EF4-FFF2-40B4-BE49-F238E27FC236}">
                    <a16:creationId xmlns:a16="http://schemas.microsoft.com/office/drawing/2014/main" id="{51CC9DDC-1980-483E-93C4-E079FBE85905}"/>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4">
                <a:extLst>
                  <a:ext uri="{FF2B5EF4-FFF2-40B4-BE49-F238E27FC236}">
                    <a16:creationId xmlns:a16="http://schemas.microsoft.com/office/drawing/2014/main" id="{59E92F3A-4912-4A1A-9CBE-9AD92C53A3B5}"/>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5">
                <a:extLst>
                  <a:ext uri="{FF2B5EF4-FFF2-40B4-BE49-F238E27FC236}">
                    <a16:creationId xmlns:a16="http://schemas.microsoft.com/office/drawing/2014/main" id="{1E486D0E-EAC5-4723-A964-0A1813892617}"/>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6">
                <a:extLst>
                  <a:ext uri="{FF2B5EF4-FFF2-40B4-BE49-F238E27FC236}">
                    <a16:creationId xmlns:a16="http://schemas.microsoft.com/office/drawing/2014/main" id="{D35F485A-D618-46EC-BF6D-C414BF4FE575}"/>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107">
                <a:extLst>
                  <a:ext uri="{FF2B5EF4-FFF2-40B4-BE49-F238E27FC236}">
                    <a16:creationId xmlns:a16="http://schemas.microsoft.com/office/drawing/2014/main" id="{260EC8B2-0E58-4268-B121-4FC5FA6CACCB}"/>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1" name="Freeform 108">
              <a:extLst>
                <a:ext uri="{FF2B5EF4-FFF2-40B4-BE49-F238E27FC236}">
                  <a16:creationId xmlns:a16="http://schemas.microsoft.com/office/drawing/2014/main" id="{80572376-A193-48DE-82ED-029B8963D87E}"/>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32" name="Group 31">
              <a:extLst>
                <a:ext uri="{FF2B5EF4-FFF2-40B4-BE49-F238E27FC236}">
                  <a16:creationId xmlns:a16="http://schemas.microsoft.com/office/drawing/2014/main" id="{5817F712-86D7-474F-8726-2DE6DFA84D7F}"/>
                </a:ext>
              </a:extLst>
            </p:cNvPr>
            <p:cNvGrpSpPr/>
            <p:nvPr/>
          </p:nvGrpSpPr>
          <p:grpSpPr>
            <a:xfrm>
              <a:off x="5796668" y="4407337"/>
              <a:ext cx="447536" cy="310628"/>
              <a:chOff x="5002213" y="4398963"/>
              <a:chExt cx="290512" cy="201639"/>
            </a:xfrm>
          </p:grpSpPr>
          <p:sp>
            <p:nvSpPr>
              <p:cNvPr id="33" name="Freeform 109">
                <a:extLst>
                  <a:ext uri="{FF2B5EF4-FFF2-40B4-BE49-F238E27FC236}">
                    <a16:creationId xmlns:a16="http://schemas.microsoft.com/office/drawing/2014/main" id="{946966B1-13DB-4CBF-9C6C-846EF4F78AF4}"/>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110">
                <a:extLst>
                  <a:ext uri="{FF2B5EF4-FFF2-40B4-BE49-F238E27FC236}">
                    <a16:creationId xmlns:a16="http://schemas.microsoft.com/office/drawing/2014/main" id="{09D1C672-B258-4031-A3AC-0062650382C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1">
                <a:extLst>
                  <a:ext uri="{FF2B5EF4-FFF2-40B4-BE49-F238E27FC236}">
                    <a16:creationId xmlns:a16="http://schemas.microsoft.com/office/drawing/2014/main" id="{3D301731-E6BD-499F-B938-A5DF1E3105BC}"/>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2">
                <a:extLst>
                  <a:ext uri="{FF2B5EF4-FFF2-40B4-BE49-F238E27FC236}">
                    <a16:creationId xmlns:a16="http://schemas.microsoft.com/office/drawing/2014/main" id="{0A6393A3-D963-459B-82B6-5E02DF51F782}"/>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3">
                <a:extLst>
                  <a:ext uri="{FF2B5EF4-FFF2-40B4-BE49-F238E27FC236}">
                    <a16:creationId xmlns:a16="http://schemas.microsoft.com/office/drawing/2014/main" id="{6B669F4C-781A-4AC2-A08A-593DFDF62C29}"/>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4">
                <a:extLst>
                  <a:ext uri="{FF2B5EF4-FFF2-40B4-BE49-F238E27FC236}">
                    <a16:creationId xmlns:a16="http://schemas.microsoft.com/office/drawing/2014/main" id="{E8ABCE66-0DAF-40C4-B582-0621ECDDDF86}"/>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5">
                <a:extLst>
                  <a:ext uri="{FF2B5EF4-FFF2-40B4-BE49-F238E27FC236}">
                    <a16:creationId xmlns:a16="http://schemas.microsoft.com/office/drawing/2014/main" id="{9F1ED510-411B-44BE-B730-29E174A471B2}"/>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6">
                <a:extLst>
                  <a:ext uri="{FF2B5EF4-FFF2-40B4-BE49-F238E27FC236}">
                    <a16:creationId xmlns:a16="http://schemas.microsoft.com/office/drawing/2014/main" id="{D95AFEB9-4312-41AB-88A7-EF4F3C2F72F5}"/>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7">
                <a:extLst>
                  <a:ext uri="{FF2B5EF4-FFF2-40B4-BE49-F238E27FC236}">
                    <a16:creationId xmlns:a16="http://schemas.microsoft.com/office/drawing/2014/main" id="{73E2F853-F416-4B98-BCC8-B0EC506C09C8}"/>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8">
                <a:extLst>
                  <a:ext uri="{FF2B5EF4-FFF2-40B4-BE49-F238E27FC236}">
                    <a16:creationId xmlns:a16="http://schemas.microsoft.com/office/drawing/2014/main" id="{2E2B9C5E-7E8F-4917-A8CC-9D2BA2D30557}"/>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3" name="Freeform 119">
                <a:extLst>
                  <a:ext uri="{FF2B5EF4-FFF2-40B4-BE49-F238E27FC236}">
                    <a16:creationId xmlns:a16="http://schemas.microsoft.com/office/drawing/2014/main" id="{C54E21D9-9071-471E-BB27-215A8CDB17A2}"/>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4097363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alf Cirlce Photo">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3EB84A92-0FA9-4942-941F-81B895846216}"/>
              </a:ext>
            </a:extLst>
          </p:cNvPr>
          <p:cNvSpPr>
            <a:spLocks noGrp="1"/>
          </p:cNvSpPr>
          <p:nvPr>
            <p:ph type="pic" sz="quarter" idx="15" hasCustomPrompt="1"/>
          </p:nvPr>
        </p:nvSpPr>
        <p:spPr>
          <a:xfrm>
            <a:off x="8070862" y="-2596215"/>
            <a:ext cx="5775624" cy="5846438"/>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2800" b="1">
                <a:solidFill>
                  <a:schemeClr val="bg1"/>
                </a:solidFill>
              </a:defRPr>
            </a:lvl1pPr>
          </a:lstStyle>
          <a:p>
            <a:r>
              <a:rPr lang="en-US"/>
              <a:t>Add Picture</a:t>
            </a:r>
          </a:p>
        </p:txBody>
      </p:sp>
      <p:sp>
        <p:nvSpPr>
          <p:cNvPr id="4" name="Date Placeholder 3"/>
          <p:cNvSpPr>
            <a:spLocks noGrp="1"/>
          </p:cNvSpPr>
          <p:nvPr>
            <p:ph type="dt" sz="half" idx="10"/>
          </p:nvPr>
        </p:nvSpPr>
        <p:spPr/>
        <p:txBody>
          <a:bodyPr/>
          <a:lstStyle/>
          <a:p>
            <a:fld id="{DB7EE005-9238-4EDB-8632-E512DDF58CAA}" type="datetime1">
              <a:rPr lang="en-GB" smtClean="0"/>
              <a:t>22/02/2024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Slide Number Placeholder 3">
            <a:extLst>
              <a:ext uri="{FF2B5EF4-FFF2-40B4-BE49-F238E27FC236}">
                <a16:creationId xmlns:a16="http://schemas.microsoft.com/office/drawing/2014/main" id="{960EBC7C-5BE1-5A4D-B786-5AEA3224448A}"/>
              </a:ext>
            </a:extLst>
          </p:cNvPr>
          <p:cNvSpPr txBox="1">
            <a:spLocks/>
          </p:cNvSpPr>
          <p:nvPr userDrawn="1"/>
        </p:nvSpPr>
        <p:spPr>
          <a:xfrm>
            <a:off x="8610600" y="6311194"/>
            <a:ext cx="2971800" cy="36512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tint val="75000"/>
                  </a:schemeClr>
                </a:solidFill>
                <a:latin typeface="Slalom Sans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9D76C3-A5A9-4168-BE2E-6A3D1757D92E}" type="slidenum">
              <a:rPr lang="en-GB" smtClean="0"/>
              <a:pPr/>
              <a:t>‹#›</a:t>
            </a:fld>
            <a:endParaRPr lang="en-GB"/>
          </a:p>
        </p:txBody>
      </p:sp>
    </p:spTree>
    <p:extLst>
      <p:ext uri="{BB962C8B-B14F-4D97-AF65-F5344CB8AC3E}">
        <p14:creationId xmlns:p14="http://schemas.microsoft.com/office/powerpoint/2010/main" val="332563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205538" y="1079500"/>
            <a:ext cx="5373687" cy="5168900"/>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22/02/2024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7" name="Group 6">
            <a:extLst>
              <a:ext uri="{FF2B5EF4-FFF2-40B4-BE49-F238E27FC236}">
                <a16:creationId xmlns:a16="http://schemas.microsoft.com/office/drawing/2014/main" id="{E3BC118C-A02E-4E1B-BB6D-AB8631AD3B15}"/>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D3DDC43E-F9FD-4A04-8922-3283DAE0981C}"/>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6F0A3AE4-19A2-4629-9FCA-36C106620784}"/>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E56EE7DE-C533-4C0D-9DD1-8F6AE7BF8217}"/>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0EEB8153-8685-46CA-869D-05658DD39C16}"/>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025D7C82-618E-49BB-9FA3-93641FFC2CD8}"/>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40B4B0D5-9CBD-4455-9ECC-879EE17FEB6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8B16D48D-00F0-4837-A000-E853E3E6C972}"/>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D3777E90-6120-423A-864C-C9055A0081A8}"/>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CA58D5F8-6269-4212-97BA-5AE3F79A590D}"/>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B6B667F4-1410-4986-A4F9-2646E621FBB5}"/>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097C5E07-FACC-4092-9C9E-D116776BB11D}"/>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7F10288A-F671-4933-9980-DE5D504E766A}"/>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44C10226-C710-49A1-ADCE-4B611F9E8862}"/>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55671A14-4AC4-49C4-91C5-9F6836E0A8DA}"/>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EC50A90E-281F-4CF0-A981-D339326E1AAC}"/>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011E07CE-B482-40BA-8B52-85B564816D95}"/>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5FFC48C1-06D5-4DA1-B192-27E7FF5D27E4}"/>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928A644B-44ED-4D3D-9FDC-E10A196115F5}"/>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74E41A8A-6F74-49A4-A9B8-94478F1720B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4F10E96C-91B3-4F21-BC95-0A989B79FB59}"/>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098234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6EF39B3-04F5-42A6-A55F-73F9A76E46F8}" type="datetime1">
              <a:rPr lang="en-GB" smtClean="0"/>
              <a:t>22/02/2024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8" name="Chart Placeholder 7"/>
          <p:cNvSpPr>
            <a:spLocks noGrp="1"/>
          </p:cNvSpPr>
          <p:nvPr>
            <p:ph type="chart" sz="quarter" idx="13" hasCustomPrompt="1"/>
          </p:nvPr>
        </p:nvSpPr>
        <p:spPr>
          <a:xfrm>
            <a:off x="609600" y="2159089"/>
            <a:ext cx="10969625" cy="1939090"/>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grpSp>
        <p:nvGrpSpPr>
          <p:cNvPr id="7" name="Group 6">
            <a:extLst>
              <a:ext uri="{FF2B5EF4-FFF2-40B4-BE49-F238E27FC236}">
                <a16:creationId xmlns:a16="http://schemas.microsoft.com/office/drawing/2014/main" id="{BAA05394-3EE6-4334-9674-227F9FF8F4F8}"/>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CBEAD6ED-4E4A-411F-9C26-C3B1F97B312D}"/>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E25E93A8-DB2A-41DD-82DE-B0F3AC9996F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FCCE0393-09AF-4AA2-9BE5-A1F74F49CACD}"/>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72F61868-E435-421A-AB44-5FB86FFC8281}"/>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335E84D2-0B8F-4D5D-A3FD-916CE944606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90CBD216-2E92-4712-8528-69DEE1AF78FB}"/>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EBA78998-3467-4124-8AEE-2AA9D7A504B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4BC330F0-7B0D-4740-8A91-AC5837E0DDC6}"/>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5B4EBBB1-0618-43C8-9C7E-AEB8E25C42A0}"/>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716CF2B0-9AC2-49AF-9296-2CB62174B371}"/>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3C85A17F-DE4B-4CC3-8B8A-FF8218951E91}"/>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9E492F62-E6E2-44C1-9D2D-705117367E46}"/>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32693B2E-42B3-4F9A-AA25-2BC882B55667}"/>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B9D56FED-27FE-4818-B25A-926B9C36294C}"/>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1585FBC6-9414-4A97-8DE4-69BE9417E6D7}"/>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36BC4831-1F45-4F04-82E4-03FFDE42991E}"/>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0950CD1E-75C2-4754-84B7-557E91A59A46}"/>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B2AEF1BA-6988-4714-91AF-E16EC72886D8}"/>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80A027E7-2F71-49FE-BC37-20349A0DA68D}"/>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B8010B22-0525-4218-9D29-50F1E15C48F7}"/>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6468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harts">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09600" y="2159088"/>
            <a:ext cx="2575817"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1" name="Chart Placeholder 7"/>
          <p:cNvSpPr>
            <a:spLocks noGrp="1"/>
          </p:cNvSpPr>
          <p:nvPr>
            <p:ph type="chart" sz="quarter" idx="14" hasCustomPrompt="1"/>
          </p:nvPr>
        </p:nvSpPr>
        <p:spPr>
          <a:xfrm>
            <a:off x="3436492" y="2159088"/>
            <a:ext cx="254696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2" name="Chart Placeholder 7"/>
          <p:cNvSpPr>
            <a:spLocks noGrp="1"/>
          </p:cNvSpPr>
          <p:nvPr>
            <p:ph type="chart" sz="quarter" idx="15" hasCustomPrompt="1"/>
          </p:nvPr>
        </p:nvSpPr>
        <p:spPr>
          <a:xfrm>
            <a:off x="6234366" y="2159088"/>
            <a:ext cx="254712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3" name="Chart Placeholder 7"/>
          <p:cNvSpPr>
            <a:spLocks noGrp="1"/>
          </p:cNvSpPr>
          <p:nvPr>
            <p:ph type="chart" sz="quarter" idx="16" hasCustomPrompt="1"/>
          </p:nvPr>
        </p:nvSpPr>
        <p:spPr>
          <a:xfrm>
            <a:off x="9032240" y="2159088"/>
            <a:ext cx="254728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22/02/2024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10" name="Group 9">
            <a:extLst>
              <a:ext uri="{FF2B5EF4-FFF2-40B4-BE49-F238E27FC236}">
                <a16:creationId xmlns:a16="http://schemas.microsoft.com/office/drawing/2014/main" id="{5B4AB2F5-213C-43A0-95B4-A4A2099009C5}"/>
              </a:ext>
            </a:extLst>
          </p:cNvPr>
          <p:cNvGrpSpPr>
            <a:grpSpLocks noChangeAspect="1"/>
          </p:cNvGrpSpPr>
          <p:nvPr userDrawn="1"/>
        </p:nvGrpSpPr>
        <p:grpSpPr>
          <a:xfrm>
            <a:off x="9836835" y="418337"/>
            <a:ext cx="1875223" cy="359253"/>
            <a:chOff x="4622794" y="4407337"/>
            <a:chExt cx="1621410" cy="310628"/>
          </a:xfrm>
        </p:grpSpPr>
        <p:grpSp>
          <p:nvGrpSpPr>
            <p:cNvPr id="14" name="Group 13">
              <a:extLst>
                <a:ext uri="{FF2B5EF4-FFF2-40B4-BE49-F238E27FC236}">
                  <a16:creationId xmlns:a16="http://schemas.microsoft.com/office/drawing/2014/main" id="{F38A6C3D-BB8D-4E40-8138-CA4B1C6E3AC4}"/>
                </a:ext>
              </a:extLst>
            </p:cNvPr>
            <p:cNvGrpSpPr/>
            <p:nvPr/>
          </p:nvGrpSpPr>
          <p:grpSpPr>
            <a:xfrm>
              <a:off x="4622794" y="4451367"/>
              <a:ext cx="745893" cy="195646"/>
              <a:chOff x="4240213" y="4427538"/>
              <a:chExt cx="484187" cy="127000"/>
            </a:xfrm>
            <a:solidFill>
              <a:schemeClr val="tx1"/>
            </a:solidFill>
          </p:grpSpPr>
          <p:sp>
            <p:nvSpPr>
              <p:cNvPr id="28" name="Freeform 102">
                <a:extLst>
                  <a:ext uri="{FF2B5EF4-FFF2-40B4-BE49-F238E27FC236}">
                    <a16:creationId xmlns:a16="http://schemas.microsoft.com/office/drawing/2014/main" id="{A2895474-03E9-4D00-B6E1-83867C15520E}"/>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3">
                <a:extLst>
                  <a:ext uri="{FF2B5EF4-FFF2-40B4-BE49-F238E27FC236}">
                    <a16:creationId xmlns:a16="http://schemas.microsoft.com/office/drawing/2014/main" id="{C05763E1-D322-4044-899C-3D3518FF0A4E}"/>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4">
                <a:extLst>
                  <a:ext uri="{FF2B5EF4-FFF2-40B4-BE49-F238E27FC236}">
                    <a16:creationId xmlns:a16="http://schemas.microsoft.com/office/drawing/2014/main" id="{D57C0961-5775-44D1-94A7-9AF39D5316E7}"/>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 name="Freeform 105">
                <a:extLst>
                  <a:ext uri="{FF2B5EF4-FFF2-40B4-BE49-F238E27FC236}">
                    <a16:creationId xmlns:a16="http://schemas.microsoft.com/office/drawing/2014/main" id="{D176E8BB-02FC-407D-846D-F436A417B9BA}"/>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06">
                <a:extLst>
                  <a:ext uri="{FF2B5EF4-FFF2-40B4-BE49-F238E27FC236}">
                    <a16:creationId xmlns:a16="http://schemas.microsoft.com/office/drawing/2014/main" id="{78D3BB87-FDDA-4181-AD43-1E952D13D6E1}"/>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 name="Freeform 107">
                <a:extLst>
                  <a:ext uri="{FF2B5EF4-FFF2-40B4-BE49-F238E27FC236}">
                    <a16:creationId xmlns:a16="http://schemas.microsoft.com/office/drawing/2014/main" id="{FC32B0BB-CF21-4FFC-AEEF-E5E1C133CCE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5" name="Freeform 108">
              <a:extLst>
                <a:ext uri="{FF2B5EF4-FFF2-40B4-BE49-F238E27FC236}">
                  <a16:creationId xmlns:a16="http://schemas.microsoft.com/office/drawing/2014/main" id="{AAC95D2D-5011-48EB-A07C-FCA1DD68E81A}"/>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6" name="Group 15">
              <a:extLst>
                <a:ext uri="{FF2B5EF4-FFF2-40B4-BE49-F238E27FC236}">
                  <a16:creationId xmlns:a16="http://schemas.microsoft.com/office/drawing/2014/main" id="{4B0B4C7A-33EB-44E9-AFE2-C8AAFB97D325}"/>
                </a:ext>
              </a:extLst>
            </p:cNvPr>
            <p:cNvGrpSpPr/>
            <p:nvPr/>
          </p:nvGrpSpPr>
          <p:grpSpPr>
            <a:xfrm>
              <a:off x="5796668" y="4407337"/>
              <a:ext cx="447536" cy="310628"/>
              <a:chOff x="5002213" y="4398963"/>
              <a:chExt cx="290512" cy="201639"/>
            </a:xfrm>
          </p:grpSpPr>
          <p:sp>
            <p:nvSpPr>
              <p:cNvPr id="17" name="Freeform 109">
                <a:extLst>
                  <a:ext uri="{FF2B5EF4-FFF2-40B4-BE49-F238E27FC236}">
                    <a16:creationId xmlns:a16="http://schemas.microsoft.com/office/drawing/2014/main" id="{3FB47E29-2A9F-47D8-92C7-6F3B41D6A3C3}"/>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0">
                <a:extLst>
                  <a:ext uri="{FF2B5EF4-FFF2-40B4-BE49-F238E27FC236}">
                    <a16:creationId xmlns:a16="http://schemas.microsoft.com/office/drawing/2014/main" id="{A1A9E81E-C733-44EE-8EF5-21E393EB835E}"/>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1">
                <a:extLst>
                  <a:ext uri="{FF2B5EF4-FFF2-40B4-BE49-F238E27FC236}">
                    <a16:creationId xmlns:a16="http://schemas.microsoft.com/office/drawing/2014/main" id="{4B5AD71B-733D-4C72-A577-D21C7978B612}"/>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2">
                <a:extLst>
                  <a:ext uri="{FF2B5EF4-FFF2-40B4-BE49-F238E27FC236}">
                    <a16:creationId xmlns:a16="http://schemas.microsoft.com/office/drawing/2014/main" id="{1E3E21C1-C5AC-4DDA-998A-55B12E9A5858}"/>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3">
                <a:extLst>
                  <a:ext uri="{FF2B5EF4-FFF2-40B4-BE49-F238E27FC236}">
                    <a16:creationId xmlns:a16="http://schemas.microsoft.com/office/drawing/2014/main" id="{E467CB7B-80A3-43C8-8507-D8D30E824CC9}"/>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4">
                <a:extLst>
                  <a:ext uri="{FF2B5EF4-FFF2-40B4-BE49-F238E27FC236}">
                    <a16:creationId xmlns:a16="http://schemas.microsoft.com/office/drawing/2014/main" id="{8A1282EF-855E-4A46-AC48-CE79FFE7C7F3}"/>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15">
                <a:extLst>
                  <a:ext uri="{FF2B5EF4-FFF2-40B4-BE49-F238E27FC236}">
                    <a16:creationId xmlns:a16="http://schemas.microsoft.com/office/drawing/2014/main" id="{05003226-B8F8-4D72-9328-35E7378C9C9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16">
                <a:extLst>
                  <a:ext uri="{FF2B5EF4-FFF2-40B4-BE49-F238E27FC236}">
                    <a16:creationId xmlns:a16="http://schemas.microsoft.com/office/drawing/2014/main" id="{3E25164D-5608-4C1B-8220-6217F0815D8F}"/>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17">
                <a:extLst>
                  <a:ext uri="{FF2B5EF4-FFF2-40B4-BE49-F238E27FC236}">
                    <a16:creationId xmlns:a16="http://schemas.microsoft.com/office/drawing/2014/main" id="{D5CDAB25-3E87-46D8-BD09-374A50F671DA}"/>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18">
                <a:extLst>
                  <a:ext uri="{FF2B5EF4-FFF2-40B4-BE49-F238E27FC236}">
                    <a16:creationId xmlns:a16="http://schemas.microsoft.com/office/drawing/2014/main" id="{F4F7D366-90B2-4B78-849E-FE6F0F85234C}"/>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19">
                <a:extLst>
                  <a:ext uri="{FF2B5EF4-FFF2-40B4-BE49-F238E27FC236}">
                    <a16:creationId xmlns:a16="http://schemas.microsoft.com/office/drawing/2014/main" id="{22313808-C57C-46C8-9AC4-1F165D61C29F}"/>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035166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09600" y="2159088"/>
            <a:ext cx="10969625" cy="3418679"/>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22/02/2024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7" name="Group 6">
            <a:extLst>
              <a:ext uri="{FF2B5EF4-FFF2-40B4-BE49-F238E27FC236}">
                <a16:creationId xmlns:a16="http://schemas.microsoft.com/office/drawing/2014/main" id="{AFBDD64E-E76F-4E85-A5B6-BCC5B6192A99}"/>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70FB11FE-FDDC-41CC-95C7-B454C14B13BC}"/>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78DC8FE1-430F-4705-8F2A-2633CDB999BC}"/>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3058B975-D0B6-4100-891C-EE65EDBF2B8C}"/>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588EB7A1-D302-40F1-80EB-CFC3C481E675}"/>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0B20A96E-B12C-46AB-818A-805B41111BE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ABA42CC3-AC40-4056-99BA-532C12932F42}"/>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2AFB956C-A37D-49D8-A4CD-770F21879BB5}"/>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DB265D24-DEE8-4552-9C82-380EDC98E7EE}"/>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F1AE8686-9804-438A-AF6D-8EE955B053B1}"/>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AD8F2694-3693-478D-9B69-4DA51B2B5EB6}"/>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A54F95AF-ED26-4C01-9DA7-751A492EDFED}"/>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E2454809-027D-4390-99B6-0845E9190A26}"/>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E7F106C2-69D4-402B-A0F3-119BB140656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33ECD63B-3A40-4988-98E5-CE06FE70E7A4}"/>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925314A7-74B9-4D14-B74A-94D53B7D0291}"/>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B8FBFE40-C5AA-4712-BF3C-9C30C44DA2BD}"/>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EC7258F1-38A0-4933-BD5C-4D0531A8C001}"/>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9915C1C7-0C23-41F8-85C8-003B7A244EE5}"/>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1AB9A72F-468B-4D48-ACCC-E76D5534DA1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CE2C25FC-9176-445A-9390-8ABA7135536B}"/>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850075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Image only">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F803D607-121C-A542-AB08-841D5FFACA35}"/>
              </a:ext>
            </a:extLst>
          </p:cNvPr>
          <p:cNvSpPr>
            <a:spLocks noGrp="1"/>
          </p:cNvSpPr>
          <p:nvPr>
            <p:ph type="pic" sz="quarter" idx="10" hasCustomPrompt="1"/>
          </p:nvPr>
        </p:nvSpPr>
        <p:spPr>
          <a:xfrm>
            <a:off x="0" y="0"/>
            <a:ext cx="12192000" cy="6858000"/>
          </a:xfrm>
          <a:prstGeom prst="rect">
            <a:avLst/>
          </a:prstGeom>
          <a:solidFill>
            <a:schemeClr val="accent4"/>
          </a:solidFill>
        </p:spPr>
        <p:txBody>
          <a:bodyPr anchor="ctr"/>
          <a:lstStyle>
            <a:lvl1pPr marL="0" indent="0" algn="ctr">
              <a:buNone/>
              <a:defRPr b="0" i="0">
                <a:solidFill>
                  <a:schemeClr val="bg1"/>
                </a:solidFill>
                <a:latin typeface="MarkPro-Bold" panose="020B0504020201010104" pitchFamily="34" charset="77"/>
              </a:defRPr>
            </a:lvl1pPr>
          </a:lstStyle>
          <a:p>
            <a:r>
              <a:rPr lang="en-US"/>
              <a:t>Insert Picture</a:t>
            </a:r>
          </a:p>
        </p:txBody>
      </p:sp>
    </p:spTree>
    <p:extLst>
      <p:ext uri="{BB962C8B-B14F-4D97-AF65-F5344CB8AC3E}">
        <p14:creationId xmlns:p14="http://schemas.microsoft.com/office/powerpoint/2010/main" val="570583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Title_Subtitle">
    <p:bg>
      <p:bgPr>
        <a:solidFill>
          <a:srgbClr val="FFFFFF"/>
        </a:solidFill>
        <a:effectLst/>
      </p:bgPr>
    </p:bg>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11377781" y="6460623"/>
            <a:ext cx="431079" cy="265965"/>
          </a:xfrm>
          <a:prstGeom prst="rect">
            <a:avLst/>
          </a:prstGeom>
        </p:spPr>
        <p:txBody>
          <a:bodyPr lIns="0" tIns="0" rIns="0" bIns="0"/>
          <a:lstStyle>
            <a:lvl1pPr algn="r">
              <a:defRPr sz="800">
                <a:gradFill>
                  <a:gsLst>
                    <a:gs pos="7258">
                      <a:schemeClr val="accent2"/>
                    </a:gs>
                    <a:gs pos="19000">
                      <a:schemeClr val="accent2"/>
                    </a:gs>
                  </a:gsLst>
                  <a:lin ang="5400000" scaled="1"/>
                </a:gradFill>
                <a:latin typeface="Arial" panose="020B0604020202020204" pitchFamily="34" charset="0"/>
                <a:ea typeface="Roboto Light" panose="02000000000000000000" pitchFamily="2" charset="0"/>
                <a:cs typeface="Arial" panose="020B0604020202020204" pitchFamily="34" charset="0"/>
              </a:defRPr>
            </a:lvl1pPr>
          </a:lstStyle>
          <a:p>
            <a:fld id="{FCEE2C88-6C8F-484D-AF69-578F576B1F44}" type="slidenum">
              <a:rPr lang="en-US" smtClean="0"/>
              <a:pPr/>
              <a:t>‹#›</a:t>
            </a:fld>
            <a:endParaRPr lang="en-US"/>
          </a:p>
        </p:txBody>
      </p:sp>
      <p:sp>
        <p:nvSpPr>
          <p:cNvPr id="5" name="Text Placeholder 10"/>
          <p:cNvSpPr>
            <a:spLocks noGrp="1"/>
          </p:cNvSpPr>
          <p:nvPr>
            <p:ph type="body" sz="quarter" idx="14" hasCustomPrompt="1"/>
          </p:nvPr>
        </p:nvSpPr>
        <p:spPr>
          <a:xfrm>
            <a:off x="406401" y="433453"/>
            <a:ext cx="11379200" cy="450152"/>
          </a:xfrm>
        </p:spPr>
        <p:txBody>
          <a:bodyPr vert="horz" wrap="square" lIns="0" tIns="0" rIns="0" bIns="0" rtlCol="0">
            <a:noAutofit/>
          </a:bodyPr>
          <a:lstStyle>
            <a:lvl1pPr marL="380990" indent="-380990">
              <a:buFont typeface="Arial" panose="020B0604020202020204" pitchFamily="34" charset="0"/>
              <a:buNone/>
              <a:defRPr lang="en-US" sz="3200" b="0" kern="0" spc="-93" baseline="0" dirty="0">
                <a:gradFill>
                  <a:gsLst>
                    <a:gs pos="2419">
                      <a:schemeClr val="accent2"/>
                    </a:gs>
                    <a:gs pos="7000">
                      <a:schemeClr val="accent2"/>
                    </a:gs>
                  </a:gsLst>
                  <a:lin ang="5400000" scaled="1"/>
                </a:gra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1219170" rtl="0" eaLnBrk="1" latinLnBrk="0" hangingPunct="1">
              <a:lnSpc>
                <a:spcPct val="90000"/>
              </a:lnSpc>
              <a:spcBef>
                <a:spcPts val="1600"/>
              </a:spcBef>
              <a:buClr>
                <a:srgbClr val="0072C8"/>
              </a:buClr>
              <a:buSzPct val="110000"/>
              <a:buFont typeface="Arial" panose="020B0604020202020204" pitchFamily="34" charset="0"/>
              <a:buNone/>
            </a:pPr>
            <a:r>
              <a:rPr lang="en-US"/>
              <a:t>Insert slide title here</a:t>
            </a:r>
          </a:p>
        </p:txBody>
      </p:sp>
      <p:sp>
        <p:nvSpPr>
          <p:cNvPr id="8" name="Text Placeholder 4"/>
          <p:cNvSpPr>
            <a:spLocks noGrp="1"/>
          </p:cNvSpPr>
          <p:nvPr>
            <p:ph type="body" sz="quarter" idx="16"/>
          </p:nvPr>
        </p:nvSpPr>
        <p:spPr>
          <a:xfrm>
            <a:off x="417051" y="1028283"/>
            <a:ext cx="11365535" cy="227755"/>
          </a:xfrm>
        </p:spPr>
        <p:txBody>
          <a:bodyPr tIns="0"/>
          <a:lstStyle>
            <a:lvl1pPr marL="0" indent="0">
              <a:buNone/>
              <a:defRPr lang="en-US" sz="1467" kern="1200" spc="53" baseline="0" dirty="0" smtClean="0">
                <a:gradFill>
                  <a:gsLst>
                    <a:gs pos="2419">
                      <a:schemeClr val="bg1">
                        <a:lumMod val="50000"/>
                      </a:schemeClr>
                    </a:gs>
                    <a:gs pos="8000">
                      <a:schemeClr val="bg1">
                        <a:lumMod val="50000"/>
                      </a:schemeClr>
                    </a:gs>
                  </a:gsLst>
                  <a:lin ang="5400000" scaled="0"/>
                </a:gra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
        <p:nvSpPr>
          <p:cNvPr id="6" name="TextBox 5"/>
          <p:cNvSpPr txBox="1"/>
          <p:nvPr userDrawn="1"/>
        </p:nvSpPr>
        <p:spPr>
          <a:xfrm>
            <a:off x="406400" y="6416372"/>
            <a:ext cx="739946" cy="169277"/>
          </a:xfrm>
          <a:prstGeom prst="rect">
            <a:avLst/>
          </a:prstGeom>
          <a:noFill/>
        </p:spPr>
        <p:txBody>
          <a:bodyPr wrap="none" lIns="0" bIns="0" rtlCol="0" anchor="b" anchorCtr="0">
            <a:spAutoFit/>
          </a:bodyPr>
          <a:lstStyle/>
          <a:p>
            <a:pPr defTabSz="914317"/>
            <a:r>
              <a:rPr lang="en-AU" sz="800" spc="100">
                <a:gradFill>
                  <a:gsLst>
                    <a:gs pos="7258">
                      <a:schemeClr val="accent2"/>
                    </a:gs>
                    <a:gs pos="19000">
                      <a:schemeClr val="accent2"/>
                    </a:gs>
                  </a:gsLst>
                  <a:lin ang="5400000" scaled="1"/>
                </a:gradFill>
                <a:latin typeface="Arial" panose="020B0604020202020204" pitchFamily="34" charset="0"/>
                <a:ea typeface="Roboto Light" panose="02000000000000000000" pitchFamily="2" charset="0"/>
                <a:cs typeface="Arial" panose="020B0604020202020204" pitchFamily="34" charset="0"/>
              </a:rPr>
              <a:t>slalom.com</a:t>
            </a:r>
          </a:p>
        </p:txBody>
      </p:sp>
      <p:grpSp>
        <p:nvGrpSpPr>
          <p:cNvPr id="7" name="Group 6">
            <a:extLst>
              <a:ext uri="{FF2B5EF4-FFF2-40B4-BE49-F238E27FC236}">
                <a16:creationId xmlns:a16="http://schemas.microsoft.com/office/drawing/2014/main" id="{FB9ED2B2-5B00-4288-999C-071A2A3818BD}"/>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5E20AC38-468A-4E5E-819D-F379C5DC6CAE}"/>
                </a:ext>
              </a:extLst>
            </p:cNvPr>
            <p:cNvGrpSpPr/>
            <p:nvPr/>
          </p:nvGrpSpPr>
          <p:grpSpPr>
            <a:xfrm>
              <a:off x="4622794" y="4451367"/>
              <a:ext cx="745893" cy="195646"/>
              <a:chOff x="4240213" y="4427538"/>
              <a:chExt cx="484187" cy="127000"/>
            </a:xfrm>
            <a:solidFill>
              <a:schemeClr val="tx1"/>
            </a:solidFill>
          </p:grpSpPr>
          <p:sp>
            <p:nvSpPr>
              <p:cNvPr id="24" name="Freeform 102">
                <a:extLst>
                  <a:ext uri="{FF2B5EF4-FFF2-40B4-BE49-F238E27FC236}">
                    <a16:creationId xmlns:a16="http://schemas.microsoft.com/office/drawing/2014/main" id="{FCB6E46F-E320-4393-AD44-15C42557512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3">
                <a:extLst>
                  <a:ext uri="{FF2B5EF4-FFF2-40B4-BE49-F238E27FC236}">
                    <a16:creationId xmlns:a16="http://schemas.microsoft.com/office/drawing/2014/main" id="{69C76106-8700-407A-AF5C-203C46AC4375}"/>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4">
                <a:extLst>
                  <a:ext uri="{FF2B5EF4-FFF2-40B4-BE49-F238E27FC236}">
                    <a16:creationId xmlns:a16="http://schemas.microsoft.com/office/drawing/2014/main" id="{61B9075D-F447-41DD-B31D-2984990A7154}"/>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5">
                <a:extLst>
                  <a:ext uri="{FF2B5EF4-FFF2-40B4-BE49-F238E27FC236}">
                    <a16:creationId xmlns:a16="http://schemas.microsoft.com/office/drawing/2014/main" id="{D346101E-3E25-4A06-B0C6-C0C423E220B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6">
                <a:extLst>
                  <a:ext uri="{FF2B5EF4-FFF2-40B4-BE49-F238E27FC236}">
                    <a16:creationId xmlns:a16="http://schemas.microsoft.com/office/drawing/2014/main" id="{C70F3444-74E8-4F2D-BB8D-4BF9155A63D8}"/>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7">
                <a:extLst>
                  <a:ext uri="{FF2B5EF4-FFF2-40B4-BE49-F238E27FC236}">
                    <a16:creationId xmlns:a16="http://schemas.microsoft.com/office/drawing/2014/main" id="{53BA047A-DEAF-4EDC-98F1-4E9C651AC0ED}"/>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1" name="Freeform 108">
              <a:extLst>
                <a:ext uri="{FF2B5EF4-FFF2-40B4-BE49-F238E27FC236}">
                  <a16:creationId xmlns:a16="http://schemas.microsoft.com/office/drawing/2014/main" id="{EA1A82BD-BB58-4134-942F-FA4293AB075C}"/>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2" name="Group 11">
              <a:extLst>
                <a:ext uri="{FF2B5EF4-FFF2-40B4-BE49-F238E27FC236}">
                  <a16:creationId xmlns:a16="http://schemas.microsoft.com/office/drawing/2014/main" id="{EFCB32CF-16BA-4BC0-93D3-2322C85CC237}"/>
                </a:ext>
              </a:extLst>
            </p:cNvPr>
            <p:cNvGrpSpPr/>
            <p:nvPr/>
          </p:nvGrpSpPr>
          <p:grpSpPr>
            <a:xfrm>
              <a:off x="5796668" y="4407337"/>
              <a:ext cx="447536" cy="310628"/>
              <a:chOff x="5002213" y="4398963"/>
              <a:chExt cx="290512" cy="201639"/>
            </a:xfrm>
          </p:grpSpPr>
          <p:sp>
            <p:nvSpPr>
              <p:cNvPr id="13" name="Freeform 109">
                <a:extLst>
                  <a:ext uri="{FF2B5EF4-FFF2-40B4-BE49-F238E27FC236}">
                    <a16:creationId xmlns:a16="http://schemas.microsoft.com/office/drawing/2014/main" id="{D704525A-FAF7-4982-A97B-7FE523C9DF88}"/>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0">
                <a:extLst>
                  <a:ext uri="{FF2B5EF4-FFF2-40B4-BE49-F238E27FC236}">
                    <a16:creationId xmlns:a16="http://schemas.microsoft.com/office/drawing/2014/main" id="{58584EDC-ACEC-4FFC-9F3A-8568F21DC9B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1">
                <a:extLst>
                  <a:ext uri="{FF2B5EF4-FFF2-40B4-BE49-F238E27FC236}">
                    <a16:creationId xmlns:a16="http://schemas.microsoft.com/office/drawing/2014/main" id="{9E250DD8-F0DC-4B14-BB76-94766A675E18}"/>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2">
                <a:extLst>
                  <a:ext uri="{FF2B5EF4-FFF2-40B4-BE49-F238E27FC236}">
                    <a16:creationId xmlns:a16="http://schemas.microsoft.com/office/drawing/2014/main" id="{44B29601-EF92-4298-95A4-90408183780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3">
                <a:extLst>
                  <a:ext uri="{FF2B5EF4-FFF2-40B4-BE49-F238E27FC236}">
                    <a16:creationId xmlns:a16="http://schemas.microsoft.com/office/drawing/2014/main" id="{0B3610FB-EFB9-43FA-A5FA-26843FDF6DD2}"/>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4">
                <a:extLst>
                  <a:ext uri="{FF2B5EF4-FFF2-40B4-BE49-F238E27FC236}">
                    <a16:creationId xmlns:a16="http://schemas.microsoft.com/office/drawing/2014/main" id="{4F89D7B0-1C6F-446A-ABE0-B9B634377966}"/>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5">
                <a:extLst>
                  <a:ext uri="{FF2B5EF4-FFF2-40B4-BE49-F238E27FC236}">
                    <a16:creationId xmlns:a16="http://schemas.microsoft.com/office/drawing/2014/main" id="{9DB60FFE-6812-47B3-8073-7F42AAD01666}"/>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6">
                <a:extLst>
                  <a:ext uri="{FF2B5EF4-FFF2-40B4-BE49-F238E27FC236}">
                    <a16:creationId xmlns:a16="http://schemas.microsoft.com/office/drawing/2014/main" id="{C9760686-FC77-4F3F-84DC-8DCE505DAF6B}"/>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7">
                <a:extLst>
                  <a:ext uri="{FF2B5EF4-FFF2-40B4-BE49-F238E27FC236}">
                    <a16:creationId xmlns:a16="http://schemas.microsoft.com/office/drawing/2014/main" id="{03A88A78-585E-47F3-9C0B-C78713962F94}"/>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8">
                <a:extLst>
                  <a:ext uri="{FF2B5EF4-FFF2-40B4-BE49-F238E27FC236}">
                    <a16:creationId xmlns:a16="http://schemas.microsoft.com/office/drawing/2014/main" id="{7BD38656-2DA1-496C-8485-D6937C8E0636}"/>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19">
                <a:extLst>
                  <a:ext uri="{FF2B5EF4-FFF2-40B4-BE49-F238E27FC236}">
                    <a16:creationId xmlns:a16="http://schemas.microsoft.com/office/drawing/2014/main" id="{3585EF8F-025F-4BC6-A23F-2EF263200213}"/>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266828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_Subtitle">
    <p:bg>
      <p:bgPr>
        <a:solidFill>
          <a:schemeClr val="accent2"/>
        </a:solidFill>
        <a:effectLst/>
      </p:bgPr>
    </p:bg>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11377781" y="6460623"/>
            <a:ext cx="431079" cy="265965"/>
          </a:xfrm>
          <a:prstGeom prst="rect">
            <a:avLst/>
          </a:prstGeom>
        </p:spPr>
        <p:txBody>
          <a:bodyPr lIns="0" tIns="0" rIns="0" bIns="0"/>
          <a:lstStyle>
            <a:lvl1pPr algn="r">
              <a:defRPr sz="800">
                <a:solidFill>
                  <a:schemeClr val="bg1"/>
                </a:solidFill>
                <a:latin typeface="Arial" panose="020B0604020202020204" pitchFamily="34" charset="0"/>
                <a:ea typeface="Roboto Light" panose="02000000000000000000" pitchFamily="2" charset="0"/>
                <a:cs typeface="Arial" panose="020B0604020202020204" pitchFamily="34" charset="0"/>
              </a:defRPr>
            </a:lvl1pPr>
          </a:lstStyle>
          <a:p>
            <a:fld id="{FCEE2C88-6C8F-484D-AF69-578F576B1F44}" type="slidenum">
              <a:rPr lang="en-US" smtClean="0"/>
              <a:pPr/>
              <a:t>‹#›</a:t>
            </a:fld>
            <a:endParaRPr lang="en-US"/>
          </a:p>
        </p:txBody>
      </p:sp>
      <p:sp>
        <p:nvSpPr>
          <p:cNvPr id="6" name="TextBox 5"/>
          <p:cNvSpPr txBox="1"/>
          <p:nvPr userDrawn="1"/>
        </p:nvSpPr>
        <p:spPr>
          <a:xfrm>
            <a:off x="383723" y="6416372"/>
            <a:ext cx="739946" cy="169277"/>
          </a:xfrm>
          <a:prstGeom prst="rect">
            <a:avLst/>
          </a:prstGeom>
          <a:noFill/>
        </p:spPr>
        <p:txBody>
          <a:bodyPr wrap="none" lIns="0" bIns="0" rtlCol="0" anchor="b" anchorCtr="0">
            <a:spAutoFit/>
          </a:bodyPr>
          <a:lstStyle/>
          <a:p>
            <a:pPr defTabSz="914317"/>
            <a:r>
              <a:rPr lang="en-AU" sz="800" spc="100">
                <a:solidFill>
                  <a:schemeClr val="bg1"/>
                </a:solidFill>
                <a:latin typeface="Arial" panose="020B0604020202020204" pitchFamily="34" charset="0"/>
                <a:ea typeface="Roboto Light" panose="02000000000000000000" pitchFamily="2" charset="0"/>
                <a:cs typeface="Arial" panose="020B0604020202020204" pitchFamily="34" charset="0"/>
              </a:rPr>
              <a:t>slalom.com</a:t>
            </a:r>
          </a:p>
        </p:txBody>
      </p:sp>
      <p:sp>
        <p:nvSpPr>
          <p:cNvPr id="8" name="Text Placeholder 10"/>
          <p:cNvSpPr>
            <a:spLocks noGrp="1"/>
          </p:cNvSpPr>
          <p:nvPr>
            <p:ph type="body" sz="quarter" idx="14" hasCustomPrompt="1"/>
          </p:nvPr>
        </p:nvSpPr>
        <p:spPr>
          <a:xfrm>
            <a:off x="406401" y="433453"/>
            <a:ext cx="11379200" cy="450152"/>
          </a:xfrm>
        </p:spPr>
        <p:txBody>
          <a:bodyPr vert="horz" wrap="square" lIns="0" tIns="0" rIns="0" bIns="0" rtlCol="0">
            <a:noAutofit/>
          </a:bodyPr>
          <a:lstStyle>
            <a:lvl1pPr marL="380990" indent="-380990">
              <a:buFont typeface="Arial" panose="020B0604020202020204" pitchFamily="34" charset="0"/>
              <a:buNone/>
              <a:defRPr lang="en-US" sz="3200" b="0" kern="0" spc="-93" baseline="0" dirty="0">
                <a:solidFill>
                  <a:schemeClr val="bg1"/>
                </a:soli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1219170" rtl="0" eaLnBrk="1" latinLnBrk="0" hangingPunct="1">
              <a:lnSpc>
                <a:spcPct val="90000"/>
              </a:lnSpc>
              <a:spcBef>
                <a:spcPts val="1600"/>
              </a:spcBef>
              <a:buClr>
                <a:srgbClr val="0072C8"/>
              </a:buClr>
              <a:buSzPct val="110000"/>
              <a:buFont typeface="Arial" panose="020B0604020202020204" pitchFamily="34" charset="0"/>
              <a:buNone/>
            </a:pPr>
            <a:r>
              <a:rPr lang="en-US"/>
              <a:t>Insert slide title here</a:t>
            </a:r>
          </a:p>
        </p:txBody>
      </p:sp>
      <p:sp>
        <p:nvSpPr>
          <p:cNvPr id="11" name="Text Placeholder 4"/>
          <p:cNvSpPr>
            <a:spLocks noGrp="1"/>
          </p:cNvSpPr>
          <p:nvPr>
            <p:ph type="body" sz="quarter" idx="16"/>
          </p:nvPr>
        </p:nvSpPr>
        <p:spPr>
          <a:xfrm>
            <a:off x="417051" y="1028283"/>
            <a:ext cx="11365535" cy="227755"/>
          </a:xfrm>
        </p:spPr>
        <p:txBody>
          <a:bodyPr tIns="0"/>
          <a:lstStyle>
            <a:lvl1pPr marL="0" indent="0">
              <a:buNone/>
              <a:defRPr lang="en-US" sz="1467" kern="1200" spc="53" baseline="0" dirty="0" smtClean="0">
                <a:solidFill>
                  <a:schemeClr val="bg1"/>
                </a:soli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Tree>
    <p:extLst>
      <p:ext uri="{BB962C8B-B14F-4D97-AF65-F5344CB8AC3E}">
        <p14:creationId xmlns:p14="http://schemas.microsoft.com/office/powerpoint/2010/main" val="3834455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SPRO Template 1">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180EE4C-F219-E941-86CE-B168EC12F27B}"/>
              </a:ext>
            </a:extLst>
          </p:cNvPr>
          <p:cNvGraphicFramePr>
            <a:graphicFrameLocks noGrp="1"/>
          </p:cNvGraphicFramePr>
          <p:nvPr userDrawn="1"/>
        </p:nvGraphicFramePr>
        <p:xfrm>
          <a:off x="408625" y="3018179"/>
          <a:ext cx="6183131" cy="1661742"/>
        </p:xfrm>
        <a:graphic>
          <a:graphicData uri="http://schemas.openxmlformats.org/drawingml/2006/table">
            <a:tbl>
              <a:tblPr firstRow="1" bandRow="1">
                <a:tableStyleId>{5940675A-B579-460E-94D1-54222C63F5DA}</a:tableStyleId>
              </a:tblPr>
              <a:tblGrid>
                <a:gridCol w="1915842">
                  <a:extLst>
                    <a:ext uri="{9D8B030D-6E8A-4147-A177-3AD203B41FA5}">
                      <a16:colId xmlns:a16="http://schemas.microsoft.com/office/drawing/2014/main" val="652852858"/>
                    </a:ext>
                  </a:extLst>
                </a:gridCol>
                <a:gridCol w="1938569">
                  <a:extLst>
                    <a:ext uri="{9D8B030D-6E8A-4147-A177-3AD203B41FA5}">
                      <a16:colId xmlns:a16="http://schemas.microsoft.com/office/drawing/2014/main" val="807432041"/>
                    </a:ext>
                  </a:extLst>
                </a:gridCol>
                <a:gridCol w="2328720">
                  <a:extLst>
                    <a:ext uri="{9D8B030D-6E8A-4147-A177-3AD203B41FA5}">
                      <a16:colId xmlns:a16="http://schemas.microsoft.com/office/drawing/2014/main" val="3471760874"/>
                    </a:ext>
                  </a:extLst>
                </a:gridCol>
              </a:tblGrid>
              <a:tr h="287402">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HOW</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WHAT</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OUTCOME</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2839675"/>
                  </a:ext>
                </a:extLst>
              </a:tr>
              <a:tr h="1374340">
                <a:tc>
                  <a:txBody>
                    <a:bodyPr/>
                    <a:lstStyle/>
                    <a:p>
                      <a:pPr marL="7700" marR="0" lvl="0" indent="0" algn="l" defTabSz="914400" rtl="0" eaLnBrk="1" fontAlgn="auto" latinLnBrk="0" hangingPunct="1">
                        <a:lnSpc>
                          <a:spcPct val="110000"/>
                        </a:lnSpc>
                        <a:spcBef>
                          <a:spcPts val="82"/>
                        </a:spcBef>
                        <a:spcAft>
                          <a:spcPts val="0"/>
                        </a:spcAft>
                        <a:buClrTx/>
                        <a:buSzTx/>
                        <a:buFontTx/>
                        <a:buNone/>
                        <a:tabLst/>
                        <a:defRPr/>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lnSpc>
                          <a:spcPct val="110000"/>
                        </a:lnSpc>
                        <a:spcBef>
                          <a:spcPts val="82"/>
                        </a:spcBef>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lnSpc>
                          <a:spcPct val="110000"/>
                        </a:lnSpc>
                        <a:spcBef>
                          <a:spcPts val="82"/>
                        </a:spcBef>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0832414"/>
                  </a:ext>
                </a:extLst>
              </a:tr>
            </a:tbl>
          </a:graphicData>
        </a:graphic>
      </p:graphicFrame>
      <p:sp>
        <p:nvSpPr>
          <p:cNvPr id="7" name="Text Placeholder 6">
            <a:extLst>
              <a:ext uri="{FF2B5EF4-FFF2-40B4-BE49-F238E27FC236}">
                <a16:creationId xmlns:a16="http://schemas.microsoft.com/office/drawing/2014/main" id="{3AE85F70-F665-2F4C-9430-60DE229F1BC6}"/>
              </a:ext>
            </a:extLst>
          </p:cNvPr>
          <p:cNvSpPr>
            <a:spLocks noGrp="1"/>
          </p:cNvSpPr>
          <p:nvPr>
            <p:ph type="body" sz="quarter" idx="41"/>
          </p:nvPr>
        </p:nvSpPr>
        <p:spPr>
          <a:xfrm>
            <a:off x="6591755" y="3072010"/>
            <a:ext cx="5174707" cy="1557140"/>
          </a:xfrm>
        </p:spPr>
        <p:txBody>
          <a:bodyPr/>
          <a:lstStyle>
            <a:lvl1pPr marL="0" marR="0" indent="0" algn="l" defTabSz="926127" rtl="0" eaLnBrk="1" fontAlgn="auto" latinLnBrk="0" hangingPunct="1">
              <a:lnSpc>
                <a:spcPct val="110000"/>
              </a:lnSpc>
              <a:spcBef>
                <a:spcPts val="409"/>
              </a:spcBef>
              <a:spcAft>
                <a:spcPts val="0"/>
              </a:spcAft>
              <a:buClrTx/>
              <a:buSzTx/>
              <a:buFontTx/>
              <a:buNone/>
              <a:tabLst/>
              <a:defRPr sz="955">
                <a:solidFill>
                  <a:schemeClr val="accent2"/>
                </a:solidFill>
              </a:defRPr>
            </a:lvl1pPr>
          </a:lstStyle>
          <a:p>
            <a:pPr lvl="0"/>
            <a:r>
              <a:rPr lang="en-US"/>
              <a:t>Click to edit Master text styles</a:t>
            </a:r>
          </a:p>
        </p:txBody>
      </p:sp>
      <p:grpSp>
        <p:nvGrpSpPr>
          <p:cNvPr id="56" name="Group 55">
            <a:extLst>
              <a:ext uri="{FF2B5EF4-FFF2-40B4-BE49-F238E27FC236}">
                <a16:creationId xmlns:a16="http://schemas.microsoft.com/office/drawing/2014/main" id="{33F47D19-4247-8949-B2FD-C1BA0D5116FE}"/>
              </a:ext>
            </a:extLst>
          </p:cNvPr>
          <p:cNvGrpSpPr>
            <a:grpSpLocks noChangeAspect="1"/>
          </p:cNvGrpSpPr>
          <p:nvPr userDrawn="1"/>
        </p:nvGrpSpPr>
        <p:grpSpPr>
          <a:xfrm>
            <a:off x="378868" y="6303276"/>
            <a:ext cx="880210" cy="228201"/>
            <a:chOff x="4724400" y="3073400"/>
            <a:chExt cx="2743200" cy="711200"/>
          </a:xfrm>
          <a:solidFill>
            <a:schemeClr val="tx1"/>
          </a:solidFill>
        </p:grpSpPr>
        <p:sp>
          <p:nvSpPr>
            <p:cNvPr id="61" name="Freeform 5">
              <a:extLst>
                <a:ext uri="{FF2B5EF4-FFF2-40B4-BE49-F238E27FC236}">
                  <a16:creationId xmlns:a16="http://schemas.microsoft.com/office/drawing/2014/main" id="{42E66E4F-B831-B145-A80A-6FFBF020909E}"/>
                </a:ext>
              </a:extLst>
            </p:cNvPr>
            <p:cNvSpPr>
              <a:spLocks/>
            </p:cNvSpPr>
            <p:nvPr/>
          </p:nvSpPr>
          <p:spPr bwMode="auto">
            <a:xfrm>
              <a:off x="5222875" y="3073400"/>
              <a:ext cx="133350" cy="698500"/>
            </a:xfrm>
            <a:custGeom>
              <a:avLst/>
              <a:gdLst>
                <a:gd name="T0" fmla="*/ 0 w 84"/>
                <a:gd name="T1" fmla="*/ 406 h 440"/>
                <a:gd name="T2" fmla="*/ 0 w 84"/>
                <a:gd name="T3" fmla="*/ 406 h 440"/>
                <a:gd name="T4" fmla="*/ 0 w 84"/>
                <a:gd name="T5" fmla="*/ 412 h 440"/>
                <a:gd name="T6" fmla="*/ 2 w 84"/>
                <a:gd name="T7" fmla="*/ 418 h 440"/>
                <a:gd name="T8" fmla="*/ 6 w 84"/>
                <a:gd name="T9" fmla="*/ 424 h 440"/>
                <a:gd name="T10" fmla="*/ 10 w 84"/>
                <a:gd name="T11" fmla="*/ 430 h 440"/>
                <a:gd name="T12" fmla="*/ 14 w 84"/>
                <a:gd name="T13" fmla="*/ 434 h 440"/>
                <a:gd name="T14" fmla="*/ 20 w 84"/>
                <a:gd name="T15" fmla="*/ 438 h 440"/>
                <a:gd name="T16" fmla="*/ 28 w 84"/>
                <a:gd name="T17" fmla="*/ 440 h 440"/>
                <a:gd name="T18" fmla="*/ 34 w 84"/>
                <a:gd name="T19" fmla="*/ 440 h 440"/>
                <a:gd name="T20" fmla="*/ 84 w 84"/>
                <a:gd name="T21" fmla="*/ 440 h 440"/>
                <a:gd name="T22" fmla="*/ 84 w 84"/>
                <a:gd name="T23" fmla="*/ 0 h 440"/>
                <a:gd name="T24" fmla="*/ 0 w 84"/>
                <a:gd name="T25" fmla="*/ 0 h 440"/>
                <a:gd name="T26" fmla="*/ 0 w 84"/>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40">
                  <a:moveTo>
                    <a:pt x="0" y="406"/>
                  </a:moveTo>
                  <a:lnTo>
                    <a:pt x="0" y="406"/>
                  </a:lnTo>
                  <a:lnTo>
                    <a:pt x="0" y="412"/>
                  </a:lnTo>
                  <a:lnTo>
                    <a:pt x="2" y="418"/>
                  </a:lnTo>
                  <a:lnTo>
                    <a:pt x="6" y="424"/>
                  </a:lnTo>
                  <a:lnTo>
                    <a:pt x="10" y="430"/>
                  </a:lnTo>
                  <a:lnTo>
                    <a:pt x="14" y="434"/>
                  </a:lnTo>
                  <a:lnTo>
                    <a:pt x="20" y="438"/>
                  </a:lnTo>
                  <a:lnTo>
                    <a:pt x="28" y="440"/>
                  </a:lnTo>
                  <a:lnTo>
                    <a:pt x="34" y="440"/>
                  </a:lnTo>
                  <a:lnTo>
                    <a:pt x="84" y="440"/>
                  </a:lnTo>
                  <a:lnTo>
                    <a:pt x="84"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3" name="Freeform 6">
              <a:extLst>
                <a:ext uri="{FF2B5EF4-FFF2-40B4-BE49-F238E27FC236}">
                  <a16:creationId xmlns:a16="http://schemas.microsoft.com/office/drawing/2014/main" id="{6A9E2B66-F4B1-4A46-8856-280A98B419C1}"/>
                </a:ext>
              </a:extLst>
            </p:cNvPr>
            <p:cNvSpPr>
              <a:spLocks noEditPoints="1"/>
            </p:cNvSpPr>
            <p:nvPr/>
          </p:nvSpPr>
          <p:spPr bwMode="auto">
            <a:xfrm>
              <a:off x="5378450" y="3257550"/>
              <a:ext cx="523875" cy="527050"/>
            </a:xfrm>
            <a:custGeom>
              <a:avLst/>
              <a:gdLst>
                <a:gd name="T0" fmla="*/ 248 w 330"/>
                <a:gd name="T1" fmla="*/ 42 h 332"/>
                <a:gd name="T2" fmla="*/ 230 w 330"/>
                <a:gd name="T3" fmla="*/ 26 h 332"/>
                <a:gd name="T4" fmla="*/ 208 w 330"/>
                <a:gd name="T5" fmla="*/ 12 h 332"/>
                <a:gd name="T6" fmla="*/ 184 w 330"/>
                <a:gd name="T7" fmla="*/ 2 h 332"/>
                <a:gd name="T8" fmla="*/ 154 w 330"/>
                <a:gd name="T9" fmla="*/ 0 h 332"/>
                <a:gd name="T10" fmla="*/ 138 w 330"/>
                <a:gd name="T11" fmla="*/ 0 h 332"/>
                <a:gd name="T12" fmla="*/ 106 w 330"/>
                <a:gd name="T13" fmla="*/ 6 h 332"/>
                <a:gd name="T14" fmla="*/ 80 w 330"/>
                <a:gd name="T15" fmla="*/ 18 h 332"/>
                <a:gd name="T16" fmla="*/ 54 w 330"/>
                <a:gd name="T17" fmla="*/ 36 h 332"/>
                <a:gd name="T18" fmla="*/ 34 w 330"/>
                <a:gd name="T19" fmla="*/ 58 h 332"/>
                <a:gd name="T20" fmla="*/ 18 w 330"/>
                <a:gd name="T21" fmla="*/ 86 h 332"/>
                <a:gd name="T22" fmla="*/ 6 w 330"/>
                <a:gd name="T23" fmla="*/ 116 h 332"/>
                <a:gd name="T24" fmla="*/ 0 w 330"/>
                <a:gd name="T25" fmla="*/ 148 h 332"/>
                <a:gd name="T26" fmla="*/ 0 w 330"/>
                <a:gd name="T27" fmla="*/ 166 h 332"/>
                <a:gd name="T28" fmla="*/ 4 w 330"/>
                <a:gd name="T29" fmla="*/ 200 h 332"/>
                <a:gd name="T30" fmla="*/ 12 w 330"/>
                <a:gd name="T31" fmla="*/ 232 h 332"/>
                <a:gd name="T32" fmla="*/ 26 w 330"/>
                <a:gd name="T33" fmla="*/ 260 h 332"/>
                <a:gd name="T34" fmla="*/ 44 w 330"/>
                <a:gd name="T35" fmla="*/ 284 h 332"/>
                <a:gd name="T36" fmla="*/ 66 w 330"/>
                <a:gd name="T37" fmla="*/ 304 h 332"/>
                <a:gd name="T38" fmla="*/ 92 w 330"/>
                <a:gd name="T39" fmla="*/ 320 h 332"/>
                <a:gd name="T40" fmla="*/ 122 w 330"/>
                <a:gd name="T41" fmla="*/ 328 h 332"/>
                <a:gd name="T42" fmla="*/ 154 w 330"/>
                <a:gd name="T43" fmla="*/ 332 h 332"/>
                <a:gd name="T44" fmla="*/ 168 w 330"/>
                <a:gd name="T45" fmla="*/ 332 h 332"/>
                <a:gd name="T46" fmla="*/ 196 w 330"/>
                <a:gd name="T47" fmla="*/ 324 h 332"/>
                <a:gd name="T48" fmla="*/ 220 w 330"/>
                <a:gd name="T49" fmla="*/ 314 h 332"/>
                <a:gd name="T50" fmla="*/ 240 w 330"/>
                <a:gd name="T51" fmla="*/ 298 h 332"/>
                <a:gd name="T52" fmla="*/ 248 w 330"/>
                <a:gd name="T53" fmla="*/ 290 h 332"/>
                <a:gd name="T54" fmla="*/ 248 w 330"/>
                <a:gd name="T55" fmla="*/ 296 h 332"/>
                <a:gd name="T56" fmla="*/ 254 w 330"/>
                <a:gd name="T57" fmla="*/ 308 h 332"/>
                <a:gd name="T58" fmla="*/ 262 w 330"/>
                <a:gd name="T59" fmla="*/ 318 h 332"/>
                <a:gd name="T60" fmla="*/ 276 w 330"/>
                <a:gd name="T61" fmla="*/ 324 h 332"/>
                <a:gd name="T62" fmla="*/ 330 w 330"/>
                <a:gd name="T63" fmla="*/ 324 h 332"/>
                <a:gd name="T64" fmla="*/ 248 w 330"/>
                <a:gd name="T65" fmla="*/ 8 h 332"/>
                <a:gd name="T66" fmla="*/ 168 w 330"/>
                <a:gd name="T67" fmla="*/ 252 h 332"/>
                <a:gd name="T68" fmla="*/ 150 w 330"/>
                <a:gd name="T69" fmla="*/ 250 h 332"/>
                <a:gd name="T70" fmla="*/ 122 w 330"/>
                <a:gd name="T71" fmla="*/ 238 h 332"/>
                <a:gd name="T72" fmla="*/ 100 w 330"/>
                <a:gd name="T73" fmla="*/ 214 h 332"/>
                <a:gd name="T74" fmla="*/ 88 w 330"/>
                <a:gd name="T75" fmla="*/ 184 h 332"/>
                <a:gd name="T76" fmla="*/ 88 w 330"/>
                <a:gd name="T77" fmla="*/ 166 h 332"/>
                <a:gd name="T78" fmla="*/ 92 w 330"/>
                <a:gd name="T79" fmla="*/ 132 h 332"/>
                <a:gd name="T80" fmla="*/ 110 w 330"/>
                <a:gd name="T81" fmla="*/ 104 h 332"/>
                <a:gd name="T82" fmla="*/ 134 w 330"/>
                <a:gd name="T83" fmla="*/ 86 h 332"/>
                <a:gd name="T84" fmla="*/ 168 w 330"/>
                <a:gd name="T85" fmla="*/ 78 h 332"/>
                <a:gd name="T86" fmla="*/ 186 w 330"/>
                <a:gd name="T87" fmla="*/ 80 h 332"/>
                <a:gd name="T88" fmla="*/ 216 w 330"/>
                <a:gd name="T89" fmla="*/ 94 h 332"/>
                <a:gd name="T90" fmla="*/ 238 w 330"/>
                <a:gd name="T91" fmla="*/ 116 h 332"/>
                <a:gd name="T92" fmla="*/ 248 w 330"/>
                <a:gd name="T93" fmla="*/ 148 h 332"/>
                <a:gd name="T94" fmla="*/ 250 w 330"/>
                <a:gd name="T95" fmla="*/ 166 h 332"/>
                <a:gd name="T96" fmla="*/ 244 w 330"/>
                <a:gd name="T97" fmla="*/ 200 h 332"/>
                <a:gd name="T98" fmla="*/ 228 w 330"/>
                <a:gd name="T99" fmla="*/ 228 h 332"/>
                <a:gd name="T100" fmla="*/ 202 w 330"/>
                <a:gd name="T101" fmla="*/ 246 h 332"/>
                <a:gd name="T102" fmla="*/ 168 w 330"/>
                <a:gd name="T103"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0" h="332">
                  <a:moveTo>
                    <a:pt x="248" y="42"/>
                  </a:moveTo>
                  <a:lnTo>
                    <a:pt x="248" y="42"/>
                  </a:lnTo>
                  <a:lnTo>
                    <a:pt x="240" y="34"/>
                  </a:lnTo>
                  <a:lnTo>
                    <a:pt x="230" y="26"/>
                  </a:lnTo>
                  <a:lnTo>
                    <a:pt x="220" y="18"/>
                  </a:lnTo>
                  <a:lnTo>
                    <a:pt x="208" y="12"/>
                  </a:lnTo>
                  <a:lnTo>
                    <a:pt x="196" y="6"/>
                  </a:lnTo>
                  <a:lnTo>
                    <a:pt x="184" y="2"/>
                  </a:lnTo>
                  <a:lnTo>
                    <a:pt x="168" y="0"/>
                  </a:lnTo>
                  <a:lnTo>
                    <a:pt x="154" y="0"/>
                  </a:lnTo>
                  <a:lnTo>
                    <a:pt x="154" y="0"/>
                  </a:lnTo>
                  <a:lnTo>
                    <a:pt x="138" y="0"/>
                  </a:lnTo>
                  <a:lnTo>
                    <a:pt x="122" y="2"/>
                  </a:lnTo>
                  <a:lnTo>
                    <a:pt x="106" y="6"/>
                  </a:lnTo>
                  <a:lnTo>
                    <a:pt x="92" y="12"/>
                  </a:lnTo>
                  <a:lnTo>
                    <a:pt x="80" y="18"/>
                  </a:lnTo>
                  <a:lnTo>
                    <a:pt x="66" y="28"/>
                  </a:lnTo>
                  <a:lnTo>
                    <a:pt x="54" y="36"/>
                  </a:lnTo>
                  <a:lnTo>
                    <a:pt x="44" y="48"/>
                  </a:lnTo>
                  <a:lnTo>
                    <a:pt x="34" y="58"/>
                  </a:lnTo>
                  <a:lnTo>
                    <a:pt x="26" y="72"/>
                  </a:lnTo>
                  <a:lnTo>
                    <a:pt x="18" y="86"/>
                  </a:lnTo>
                  <a:lnTo>
                    <a:pt x="12" y="100"/>
                  </a:lnTo>
                  <a:lnTo>
                    <a:pt x="6" y="116"/>
                  </a:lnTo>
                  <a:lnTo>
                    <a:pt x="4" y="132"/>
                  </a:lnTo>
                  <a:lnTo>
                    <a:pt x="0" y="148"/>
                  </a:lnTo>
                  <a:lnTo>
                    <a:pt x="0" y="166"/>
                  </a:lnTo>
                  <a:lnTo>
                    <a:pt x="0" y="166"/>
                  </a:lnTo>
                  <a:lnTo>
                    <a:pt x="0" y="184"/>
                  </a:lnTo>
                  <a:lnTo>
                    <a:pt x="4" y="200"/>
                  </a:lnTo>
                  <a:lnTo>
                    <a:pt x="6" y="216"/>
                  </a:lnTo>
                  <a:lnTo>
                    <a:pt x="12" y="232"/>
                  </a:lnTo>
                  <a:lnTo>
                    <a:pt x="18" y="246"/>
                  </a:lnTo>
                  <a:lnTo>
                    <a:pt x="26" y="260"/>
                  </a:lnTo>
                  <a:lnTo>
                    <a:pt x="34" y="272"/>
                  </a:lnTo>
                  <a:lnTo>
                    <a:pt x="44" y="284"/>
                  </a:lnTo>
                  <a:lnTo>
                    <a:pt x="54" y="294"/>
                  </a:lnTo>
                  <a:lnTo>
                    <a:pt x="66" y="304"/>
                  </a:lnTo>
                  <a:lnTo>
                    <a:pt x="80" y="312"/>
                  </a:lnTo>
                  <a:lnTo>
                    <a:pt x="92" y="320"/>
                  </a:lnTo>
                  <a:lnTo>
                    <a:pt x="106" y="324"/>
                  </a:lnTo>
                  <a:lnTo>
                    <a:pt x="122" y="328"/>
                  </a:lnTo>
                  <a:lnTo>
                    <a:pt x="138" y="332"/>
                  </a:lnTo>
                  <a:lnTo>
                    <a:pt x="154" y="332"/>
                  </a:lnTo>
                  <a:lnTo>
                    <a:pt x="154" y="332"/>
                  </a:lnTo>
                  <a:lnTo>
                    <a:pt x="168" y="332"/>
                  </a:lnTo>
                  <a:lnTo>
                    <a:pt x="184" y="328"/>
                  </a:lnTo>
                  <a:lnTo>
                    <a:pt x="196" y="324"/>
                  </a:lnTo>
                  <a:lnTo>
                    <a:pt x="208" y="320"/>
                  </a:lnTo>
                  <a:lnTo>
                    <a:pt x="220" y="314"/>
                  </a:lnTo>
                  <a:lnTo>
                    <a:pt x="230" y="306"/>
                  </a:lnTo>
                  <a:lnTo>
                    <a:pt x="240" y="298"/>
                  </a:lnTo>
                  <a:lnTo>
                    <a:pt x="248" y="288"/>
                  </a:lnTo>
                  <a:lnTo>
                    <a:pt x="248" y="290"/>
                  </a:lnTo>
                  <a:lnTo>
                    <a:pt x="248" y="290"/>
                  </a:lnTo>
                  <a:lnTo>
                    <a:pt x="248" y="296"/>
                  </a:lnTo>
                  <a:lnTo>
                    <a:pt x="250" y="302"/>
                  </a:lnTo>
                  <a:lnTo>
                    <a:pt x="254" y="308"/>
                  </a:lnTo>
                  <a:lnTo>
                    <a:pt x="258" y="314"/>
                  </a:lnTo>
                  <a:lnTo>
                    <a:pt x="262" y="318"/>
                  </a:lnTo>
                  <a:lnTo>
                    <a:pt x="268" y="322"/>
                  </a:lnTo>
                  <a:lnTo>
                    <a:pt x="276" y="324"/>
                  </a:lnTo>
                  <a:lnTo>
                    <a:pt x="282" y="324"/>
                  </a:lnTo>
                  <a:lnTo>
                    <a:pt x="330" y="324"/>
                  </a:lnTo>
                  <a:lnTo>
                    <a:pt x="330" y="8"/>
                  </a:lnTo>
                  <a:lnTo>
                    <a:pt x="248" y="8"/>
                  </a:lnTo>
                  <a:lnTo>
                    <a:pt x="248" y="42"/>
                  </a:lnTo>
                  <a:close/>
                  <a:moveTo>
                    <a:pt x="168" y="252"/>
                  </a:moveTo>
                  <a:lnTo>
                    <a:pt x="168" y="252"/>
                  </a:lnTo>
                  <a:lnTo>
                    <a:pt x="150" y="250"/>
                  </a:lnTo>
                  <a:lnTo>
                    <a:pt x="134" y="246"/>
                  </a:lnTo>
                  <a:lnTo>
                    <a:pt x="122" y="238"/>
                  </a:lnTo>
                  <a:lnTo>
                    <a:pt x="110" y="228"/>
                  </a:lnTo>
                  <a:lnTo>
                    <a:pt x="100" y="214"/>
                  </a:lnTo>
                  <a:lnTo>
                    <a:pt x="92" y="200"/>
                  </a:lnTo>
                  <a:lnTo>
                    <a:pt x="88" y="184"/>
                  </a:lnTo>
                  <a:lnTo>
                    <a:pt x="88" y="166"/>
                  </a:lnTo>
                  <a:lnTo>
                    <a:pt x="88" y="166"/>
                  </a:lnTo>
                  <a:lnTo>
                    <a:pt x="88" y="148"/>
                  </a:lnTo>
                  <a:lnTo>
                    <a:pt x="92" y="132"/>
                  </a:lnTo>
                  <a:lnTo>
                    <a:pt x="100" y="116"/>
                  </a:lnTo>
                  <a:lnTo>
                    <a:pt x="110" y="104"/>
                  </a:lnTo>
                  <a:lnTo>
                    <a:pt x="122" y="94"/>
                  </a:lnTo>
                  <a:lnTo>
                    <a:pt x="134" y="86"/>
                  </a:lnTo>
                  <a:lnTo>
                    <a:pt x="150" y="80"/>
                  </a:lnTo>
                  <a:lnTo>
                    <a:pt x="168" y="78"/>
                  </a:lnTo>
                  <a:lnTo>
                    <a:pt x="168" y="78"/>
                  </a:lnTo>
                  <a:lnTo>
                    <a:pt x="186" y="80"/>
                  </a:lnTo>
                  <a:lnTo>
                    <a:pt x="202" y="86"/>
                  </a:lnTo>
                  <a:lnTo>
                    <a:pt x="216" y="94"/>
                  </a:lnTo>
                  <a:lnTo>
                    <a:pt x="228" y="104"/>
                  </a:lnTo>
                  <a:lnTo>
                    <a:pt x="238" y="116"/>
                  </a:lnTo>
                  <a:lnTo>
                    <a:pt x="244" y="132"/>
                  </a:lnTo>
                  <a:lnTo>
                    <a:pt x="248" y="148"/>
                  </a:lnTo>
                  <a:lnTo>
                    <a:pt x="250" y="166"/>
                  </a:lnTo>
                  <a:lnTo>
                    <a:pt x="250" y="166"/>
                  </a:lnTo>
                  <a:lnTo>
                    <a:pt x="248" y="184"/>
                  </a:lnTo>
                  <a:lnTo>
                    <a:pt x="244" y="200"/>
                  </a:lnTo>
                  <a:lnTo>
                    <a:pt x="238" y="216"/>
                  </a:lnTo>
                  <a:lnTo>
                    <a:pt x="228" y="228"/>
                  </a:lnTo>
                  <a:lnTo>
                    <a:pt x="216" y="238"/>
                  </a:lnTo>
                  <a:lnTo>
                    <a:pt x="202" y="246"/>
                  </a:lnTo>
                  <a:lnTo>
                    <a:pt x="186" y="252"/>
                  </a:lnTo>
                  <a:lnTo>
                    <a:pt x="168" y="252"/>
                  </a:lnTo>
                  <a:lnTo>
                    <a:pt x="168"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4" name="Freeform 7">
              <a:extLst>
                <a:ext uri="{FF2B5EF4-FFF2-40B4-BE49-F238E27FC236}">
                  <a16:creationId xmlns:a16="http://schemas.microsoft.com/office/drawing/2014/main" id="{9614E1BC-06B8-7542-930F-48A339B66F2A}"/>
                </a:ext>
              </a:extLst>
            </p:cNvPr>
            <p:cNvSpPr>
              <a:spLocks/>
            </p:cNvSpPr>
            <p:nvPr/>
          </p:nvSpPr>
          <p:spPr bwMode="auto">
            <a:xfrm>
              <a:off x="5937250" y="3073400"/>
              <a:ext cx="136525" cy="698500"/>
            </a:xfrm>
            <a:custGeom>
              <a:avLst/>
              <a:gdLst>
                <a:gd name="T0" fmla="*/ 0 w 86"/>
                <a:gd name="T1" fmla="*/ 406 h 440"/>
                <a:gd name="T2" fmla="*/ 0 w 86"/>
                <a:gd name="T3" fmla="*/ 406 h 440"/>
                <a:gd name="T4" fmla="*/ 2 w 86"/>
                <a:gd name="T5" fmla="*/ 412 h 440"/>
                <a:gd name="T6" fmla="*/ 4 w 86"/>
                <a:gd name="T7" fmla="*/ 418 h 440"/>
                <a:gd name="T8" fmla="*/ 6 w 86"/>
                <a:gd name="T9" fmla="*/ 424 h 440"/>
                <a:gd name="T10" fmla="*/ 12 w 86"/>
                <a:gd name="T11" fmla="*/ 430 h 440"/>
                <a:gd name="T12" fmla="*/ 16 w 86"/>
                <a:gd name="T13" fmla="*/ 434 h 440"/>
                <a:gd name="T14" fmla="*/ 22 w 86"/>
                <a:gd name="T15" fmla="*/ 438 h 440"/>
                <a:gd name="T16" fmla="*/ 28 w 86"/>
                <a:gd name="T17" fmla="*/ 440 h 440"/>
                <a:gd name="T18" fmla="*/ 36 w 86"/>
                <a:gd name="T19" fmla="*/ 440 h 440"/>
                <a:gd name="T20" fmla="*/ 86 w 86"/>
                <a:gd name="T21" fmla="*/ 440 h 440"/>
                <a:gd name="T22" fmla="*/ 86 w 86"/>
                <a:gd name="T23" fmla="*/ 0 h 440"/>
                <a:gd name="T24" fmla="*/ 0 w 86"/>
                <a:gd name="T25" fmla="*/ 0 h 440"/>
                <a:gd name="T26" fmla="*/ 0 w 86"/>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440">
                  <a:moveTo>
                    <a:pt x="0" y="406"/>
                  </a:moveTo>
                  <a:lnTo>
                    <a:pt x="0" y="406"/>
                  </a:lnTo>
                  <a:lnTo>
                    <a:pt x="2" y="412"/>
                  </a:lnTo>
                  <a:lnTo>
                    <a:pt x="4" y="418"/>
                  </a:lnTo>
                  <a:lnTo>
                    <a:pt x="6" y="424"/>
                  </a:lnTo>
                  <a:lnTo>
                    <a:pt x="12" y="430"/>
                  </a:lnTo>
                  <a:lnTo>
                    <a:pt x="16" y="434"/>
                  </a:lnTo>
                  <a:lnTo>
                    <a:pt x="22" y="438"/>
                  </a:lnTo>
                  <a:lnTo>
                    <a:pt x="28" y="440"/>
                  </a:lnTo>
                  <a:lnTo>
                    <a:pt x="36" y="440"/>
                  </a:lnTo>
                  <a:lnTo>
                    <a:pt x="86" y="440"/>
                  </a:lnTo>
                  <a:lnTo>
                    <a:pt x="86"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5" name="Freeform 8">
              <a:extLst>
                <a:ext uri="{FF2B5EF4-FFF2-40B4-BE49-F238E27FC236}">
                  <a16:creationId xmlns:a16="http://schemas.microsoft.com/office/drawing/2014/main" id="{2456D937-E0DA-8340-B4D1-C5CF4624EB85}"/>
                </a:ext>
              </a:extLst>
            </p:cNvPr>
            <p:cNvSpPr>
              <a:spLocks noEditPoints="1"/>
            </p:cNvSpPr>
            <p:nvPr/>
          </p:nvSpPr>
          <p:spPr bwMode="auto">
            <a:xfrm>
              <a:off x="6096000" y="3257550"/>
              <a:ext cx="539750" cy="527050"/>
            </a:xfrm>
            <a:custGeom>
              <a:avLst/>
              <a:gdLst>
                <a:gd name="T0" fmla="*/ 170 w 340"/>
                <a:gd name="T1" fmla="*/ 0 h 332"/>
                <a:gd name="T2" fmla="*/ 134 w 340"/>
                <a:gd name="T3" fmla="*/ 2 h 332"/>
                <a:gd name="T4" fmla="*/ 102 w 340"/>
                <a:gd name="T5" fmla="*/ 12 h 332"/>
                <a:gd name="T6" fmla="*/ 72 w 340"/>
                <a:gd name="T7" fmla="*/ 26 h 332"/>
                <a:gd name="T8" fmla="*/ 48 w 340"/>
                <a:gd name="T9" fmla="*/ 46 h 332"/>
                <a:gd name="T10" fmla="*/ 28 w 340"/>
                <a:gd name="T11" fmla="*/ 72 h 332"/>
                <a:gd name="T12" fmla="*/ 12 w 340"/>
                <a:gd name="T13" fmla="*/ 100 h 332"/>
                <a:gd name="T14" fmla="*/ 2 w 340"/>
                <a:gd name="T15" fmla="*/ 132 h 332"/>
                <a:gd name="T16" fmla="*/ 0 w 340"/>
                <a:gd name="T17" fmla="*/ 166 h 332"/>
                <a:gd name="T18" fmla="*/ 0 w 340"/>
                <a:gd name="T19" fmla="*/ 184 h 332"/>
                <a:gd name="T20" fmla="*/ 6 w 340"/>
                <a:gd name="T21" fmla="*/ 216 h 332"/>
                <a:gd name="T22" fmla="*/ 20 w 340"/>
                <a:gd name="T23" fmla="*/ 246 h 332"/>
                <a:gd name="T24" fmla="*/ 38 w 340"/>
                <a:gd name="T25" fmla="*/ 272 h 332"/>
                <a:gd name="T26" fmla="*/ 60 w 340"/>
                <a:gd name="T27" fmla="*/ 296 h 332"/>
                <a:gd name="T28" fmla="*/ 86 w 340"/>
                <a:gd name="T29" fmla="*/ 312 h 332"/>
                <a:gd name="T30" fmla="*/ 118 w 340"/>
                <a:gd name="T31" fmla="*/ 324 h 332"/>
                <a:gd name="T32" fmla="*/ 152 w 340"/>
                <a:gd name="T33" fmla="*/ 332 h 332"/>
                <a:gd name="T34" fmla="*/ 170 w 340"/>
                <a:gd name="T35" fmla="*/ 332 h 332"/>
                <a:gd name="T36" fmla="*/ 206 w 340"/>
                <a:gd name="T37" fmla="*/ 328 h 332"/>
                <a:gd name="T38" fmla="*/ 238 w 340"/>
                <a:gd name="T39" fmla="*/ 320 h 332"/>
                <a:gd name="T40" fmla="*/ 268 w 340"/>
                <a:gd name="T41" fmla="*/ 304 h 332"/>
                <a:gd name="T42" fmla="*/ 292 w 340"/>
                <a:gd name="T43" fmla="*/ 284 h 332"/>
                <a:gd name="T44" fmla="*/ 312 w 340"/>
                <a:gd name="T45" fmla="*/ 260 h 332"/>
                <a:gd name="T46" fmla="*/ 328 w 340"/>
                <a:gd name="T47" fmla="*/ 232 h 332"/>
                <a:gd name="T48" fmla="*/ 338 w 340"/>
                <a:gd name="T49" fmla="*/ 200 h 332"/>
                <a:gd name="T50" fmla="*/ 340 w 340"/>
                <a:gd name="T51" fmla="*/ 166 h 332"/>
                <a:gd name="T52" fmla="*/ 340 w 340"/>
                <a:gd name="T53" fmla="*/ 148 h 332"/>
                <a:gd name="T54" fmla="*/ 334 w 340"/>
                <a:gd name="T55" fmla="*/ 116 h 332"/>
                <a:gd name="T56" fmla="*/ 322 w 340"/>
                <a:gd name="T57" fmla="*/ 84 h 332"/>
                <a:gd name="T58" fmla="*/ 304 w 340"/>
                <a:gd name="T59" fmla="*/ 58 h 332"/>
                <a:gd name="T60" fmla="*/ 280 w 340"/>
                <a:gd name="T61" fmla="*/ 36 h 332"/>
                <a:gd name="T62" fmla="*/ 254 w 340"/>
                <a:gd name="T63" fmla="*/ 18 h 332"/>
                <a:gd name="T64" fmla="*/ 222 w 340"/>
                <a:gd name="T65" fmla="*/ 6 h 332"/>
                <a:gd name="T66" fmla="*/ 188 w 340"/>
                <a:gd name="T67" fmla="*/ 0 h 332"/>
                <a:gd name="T68" fmla="*/ 170 w 340"/>
                <a:gd name="T69" fmla="*/ 0 h 332"/>
                <a:gd name="T70" fmla="*/ 170 w 340"/>
                <a:gd name="T71" fmla="*/ 252 h 332"/>
                <a:gd name="T72" fmla="*/ 136 w 340"/>
                <a:gd name="T73" fmla="*/ 246 h 332"/>
                <a:gd name="T74" fmla="*/ 110 w 340"/>
                <a:gd name="T75" fmla="*/ 228 h 332"/>
                <a:gd name="T76" fmla="*/ 92 w 340"/>
                <a:gd name="T77" fmla="*/ 200 h 332"/>
                <a:gd name="T78" fmla="*/ 86 w 340"/>
                <a:gd name="T79" fmla="*/ 166 h 332"/>
                <a:gd name="T80" fmla="*/ 88 w 340"/>
                <a:gd name="T81" fmla="*/ 148 h 332"/>
                <a:gd name="T82" fmla="*/ 100 w 340"/>
                <a:gd name="T83" fmla="*/ 116 h 332"/>
                <a:gd name="T84" fmla="*/ 122 w 340"/>
                <a:gd name="T85" fmla="*/ 92 h 332"/>
                <a:gd name="T86" fmla="*/ 152 w 340"/>
                <a:gd name="T87" fmla="*/ 80 h 332"/>
                <a:gd name="T88" fmla="*/ 170 w 340"/>
                <a:gd name="T89" fmla="*/ 78 h 332"/>
                <a:gd name="T90" fmla="*/ 204 w 340"/>
                <a:gd name="T91" fmla="*/ 86 h 332"/>
                <a:gd name="T92" fmla="*/ 230 w 340"/>
                <a:gd name="T93" fmla="*/ 102 h 332"/>
                <a:gd name="T94" fmla="*/ 248 w 340"/>
                <a:gd name="T95" fmla="*/ 130 h 332"/>
                <a:gd name="T96" fmla="*/ 254 w 340"/>
                <a:gd name="T97" fmla="*/ 166 h 332"/>
                <a:gd name="T98" fmla="*/ 252 w 340"/>
                <a:gd name="T99" fmla="*/ 184 h 332"/>
                <a:gd name="T100" fmla="*/ 240 w 340"/>
                <a:gd name="T101" fmla="*/ 216 h 332"/>
                <a:gd name="T102" fmla="*/ 218 w 340"/>
                <a:gd name="T103" fmla="*/ 238 h 332"/>
                <a:gd name="T104" fmla="*/ 188 w 340"/>
                <a:gd name="T105" fmla="*/ 252 h 332"/>
                <a:gd name="T106" fmla="*/ 170 w 340"/>
                <a:gd name="T107"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0" h="332">
                  <a:moveTo>
                    <a:pt x="170" y="0"/>
                  </a:moveTo>
                  <a:lnTo>
                    <a:pt x="170" y="0"/>
                  </a:lnTo>
                  <a:lnTo>
                    <a:pt x="152" y="0"/>
                  </a:lnTo>
                  <a:lnTo>
                    <a:pt x="134" y="2"/>
                  </a:lnTo>
                  <a:lnTo>
                    <a:pt x="118" y="6"/>
                  </a:lnTo>
                  <a:lnTo>
                    <a:pt x="102" y="12"/>
                  </a:lnTo>
                  <a:lnTo>
                    <a:pt x="86" y="18"/>
                  </a:lnTo>
                  <a:lnTo>
                    <a:pt x="72" y="26"/>
                  </a:lnTo>
                  <a:lnTo>
                    <a:pt x="60" y="36"/>
                  </a:lnTo>
                  <a:lnTo>
                    <a:pt x="48" y="46"/>
                  </a:lnTo>
                  <a:lnTo>
                    <a:pt x="38" y="58"/>
                  </a:lnTo>
                  <a:lnTo>
                    <a:pt x="28" y="72"/>
                  </a:lnTo>
                  <a:lnTo>
                    <a:pt x="20" y="84"/>
                  </a:lnTo>
                  <a:lnTo>
                    <a:pt x="12" y="100"/>
                  </a:lnTo>
                  <a:lnTo>
                    <a:pt x="6" y="116"/>
                  </a:lnTo>
                  <a:lnTo>
                    <a:pt x="2" y="132"/>
                  </a:lnTo>
                  <a:lnTo>
                    <a:pt x="0" y="148"/>
                  </a:lnTo>
                  <a:lnTo>
                    <a:pt x="0" y="166"/>
                  </a:lnTo>
                  <a:lnTo>
                    <a:pt x="0" y="166"/>
                  </a:lnTo>
                  <a:lnTo>
                    <a:pt x="0" y="184"/>
                  </a:lnTo>
                  <a:lnTo>
                    <a:pt x="2" y="200"/>
                  </a:lnTo>
                  <a:lnTo>
                    <a:pt x="6" y="216"/>
                  </a:lnTo>
                  <a:lnTo>
                    <a:pt x="12" y="232"/>
                  </a:lnTo>
                  <a:lnTo>
                    <a:pt x="20" y="246"/>
                  </a:lnTo>
                  <a:lnTo>
                    <a:pt x="28" y="260"/>
                  </a:lnTo>
                  <a:lnTo>
                    <a:pt x="38" y="272"/>
                  </a:lnTo>
                  <a:lnTo>
                    <a:pt x="48" y="284"/>
                  </a:lnTo>
                  <a:lnTo>
                    <a:pt x="60" y="296"/>
                  </a:lnTo>
                  <a:lnTo>
                    <a:pt x="72" y="304"/>
                  </a:lnTo>
                  <a:lnTo>
                    <a:pt x="86" y="312"/>
                  </a:lnTo>
                  <a:lnTo>
                    <a:pt x="102" y="320"/>
                  </a:lnTo>
                  <a:lnTo>
                    <a:pt x="118" y="324"/>
                  </a:lnTo>
                  <a:lnTo>
                    <a:pt x="134" y="328"/>
                  </a:lnTo>
                  <a:lnTo>
                    <a:pt x="152" y="332"/>
                  </a:lnTo>
                  <a:lnTo>
                    <a:pt x="170" y="332"/>
                  </a:lnTo>
                  <a:lnTo>
                    <a:pt x="170" y="332"/>
                  </a:lnTo>
                  <a:lnTo>
                    <a:pt x="188" y="332"/>
                  </a:lnTo>
                  <a:lnTo>
                    <a:pt x="206" y="328"/>
                  </a:lnTo>
                  <a:lnTo>
                    <a:pt x="222" y="324"/>
                  </a:lnTo>
                  <a:lnTo>
                    <a:pt x="238" y="320"/>
                  </a:lnTo>
                  <a:lnTo>
                    <a:pt x="254" y="312"/>
                  </a:lnTo>
                  <a:lnTo>
                    <a:pt x="268" y="304"/>
                  </a:lnTo>
                  <a:lnTo>
                    <a:pt x="280" y="296"/>
                  </a:lnTo>
                  <a:lnTo>
                    <a:pt x="292" y="284"/>
                  </a:lnTo>
                  <a:lnTo>
                    <a:pt x="304" y="272"/>
                  </a:lnTo>
                  <a:lnTo>
                    <a:pt x="312" y="260"/>
                  </a:lnTo>
                  <a:lnTo>
                    <a:pt x="322" y="246"/>
                  </a:lnTo>
                  <a:lnTo>
                    <a:pt x="328" y="232"/>
                  </a:lnTo>
                  <a:lnTo>
                    <a:pt x="334" y="216"/>
                  </a:lnTo>
                  <a:lnTo>
                    <a:pt x="338" y="200"/>
                  </a:lnTo>
                  <a:lnTo>
                    <a:pt x="340" y="184"/>
                  </a:lnTo>
                  <a:lnTo>
                    <a:pt x="340" y="166"/>
                  </a:lnTo>
                  <a:lnTo>
                    <a:pt x="340" y="166"/>
                  </a:lnTo>
                  <a:lnTo>
                    <a:pt x="340" y="148"/>
                  </a:lnTo>
                  <a:lnTo>
                    <a:pt x="338" y="132"/>
                  </a:lnTo>
                  <a:lnTo>
                    <a:pt x="334" y="116"/>
                  </a:lnTo>
                  <a:lnTo>
                    <a:pt x="328" y="100"/>
                  </a:lnTo>
                  <a:lnTo>
                    <a:pt x="322" y="84"/>
                  </a:lnTo>
                  <a:lnTo>
                    <a:pt x="312" y="72"/>
                  </a:lnTo>
                  <a:lnTo>
                    <a:pt x="304" y="58"/>
                  </a:lnTo>
                  <a:lnTo>
                    <a:pt x="292" y="46"/>
                  </a:lnTo>
                  <a:lnTo>
                    <a:pt x="280" y="36"/>
                  </a:lnTo>
                  <a:lnTo>
                    <a:pt x="268" y="26"/>
                  </a:lnTo>
                  <a:lnTo>
                    <a:pt x="254" y="18"/>
                  </a:lnTo>
                  <a:lnTo>
                    <a:pt x="238" y="12"/>
                  </a:lnTo>
                  <a:lnTo>
                    <a:pt x="222" y="6"/>
                  </a:lnTo>
                  <a:lnTo>
                    <a:pt x="206" y="2"/>
                  </a:lnTo>
                  <a:lnTo>
                    <a:pt x="188" y="0"/>
                  </a:lnTo>
                  <a:lnTo>
                    <a:pt x="170" y="0"/>
                  </a:lnTo>
                  <a:lnTo>
                    <a:pt x="170" y="0"/>
                  </a:lnTo>
                  <a:close/>
                  <a:moveTo>
                    <a:pt x="170" y="252"/>
                  </a:moveTo>
                  <a:lnTo>
                    <a:pt x="170" y="252"/>
                  </a:lnTo>
                  <a:lnTo>
                    <a:pt x="152" y="252"/>
                  </a:lnTo>
                  <a:lnTo>
                    <a:pt x="136" y="246"/>
                  </a:lnTo>
                  <a:lnTo>
                    <a:pt x="122" y="238"/>
                  </a:lnTo>
                  <a:lnTo>
                    <a:pt x="110" y="228"/>
                  </a:lnTo>
                  <a:lnTo>
                    <a:pt x="100" y="216"/>
                  </a:lnTo>
                  <a:lnTo>
                    <a:pt x="92" y="200"/>
                  </a:lnTo>
                  <a:lnTo>
                    <a:pt x="88" y="184"/>
                  </a:lnTo>
                  <a:lnTo>
                    <a:pt x="86" y="166"/>
                  </a:lnTo>
                  <a:lnTo>
                    <a:pt x="86" y="166"/>
                  </a:lnTo>
                  <a:lnTo>
                    <a:pt x="88" y="148"/>
                  </a:lnTo>
                  <a:lnTo>
                    <a:pt x="92" y="130"/>
                  </a:lnTo>
                  <a:lnTo>
                    <a:pt x="100" y="116"/>
                  </a:lnTo>
                  <a:lnTo>
                    <a:pt x="110" y="102"/>
                  </a:lnTo>
                  <a:lnTo>
                    <a:pt x="122" y="92"/>
                  </a:lnTo>
                  <a:lnTo>
                    <a:pt x="136" y="86"/>
                  </a:lnTo>
                  <a:lnTo>
                    <a:pt x="152" y="80"/>
                  </a:lnTo>
                  <a:lnTo>
                    <a:pt x="170" y="78"/>
                  </a:lnTo>
                  <a:lnTo>
                    <a:pt x="170" y="78"/>
                  </a:lnTo>
                  <a:lnTo>
                    <a:pt x="188" y="80"/>
                  </a:lnTo>
                  <a:lnTo>
                    <a:pt x="204" y="86"/>
                  </a:lnTo>
                  <a:lnTo>
                    <a:pt x="218" y="92"/>
                  </a:lnTo>
                  <a:lnTo>
                    <a:pt x="230" y="102"/>
                  </a:lnTo>
                  <a:lnTo>
                    <a:pt x="240" y="116"/>
                  </a:lnTo>
                  <a:lnTo>
                    <a:pt x="248" y="130"/>
                  </a:lnTo>
                  <a:lnTo>
                    <a:pt x="252" y="148"/>
                  </a:lnTo>
                  <a:lnTo>
                    <a:pt x="254" y="166"/>
                  </a:lnTo>
                  <a:lnTo>
                    <a:pt x="254" y="166"/>
                  </a:lnTo>
                  <a:lnTo>
                    <a:pt x="252" y="184"/>
                  </a:lnTo>
                  <a:lnTo>
                    <a:pt x="248" y="200"/>
                  </a:lnTo>
                  <a:lnTo>
                    <a:pt x="240" y="216"/>
                  </a:lnTo>
                  <a:lnTo>
                    <a:pt x="230" y="228"/>
                  </a:lnTo>
                  <a:lnTo>
                    <a:pt x="218" y="238"/>
                  </a:lnTo>
                  <a:lnTo>
                    <a:pt x="204" y="246"/>
                  </a:lnTo>
                  <a:lnTo>
                    <a:pt x="188" y="252"/>
                  </a:lnTo>
                  <a:lnTo>
                    <a:pt x="170" y="252"/>
                  </a:lnTo>
                  <a:lnTo>
                    <a:pt x="170"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6" name="Freeform 9">
              <a:extLst>
                <a:ext uri="{FF2B5EF4-FFF2-40B4-BE49-F238E27FC236}">
                  <a16:creationId xmlns:a16="http://schemas.microsoft.com/office/drawing/2014/main" id="{25ECACFB-34FB-9941-81C5-1916427F8A09}"/>
                </a:ext>
              </a:extLst>
            </p:cNvPr>
            <p:cNvSpPr>
              <a:spLocks/>
            </p:cNvSpPr>
            <p:nvPr/>
          </p:nvSpPr>
          <p:spPr bwMode="auto">
            <a:xfrm>
              <a:off x="6654800" y="3257550"/>
              <a:ext cx="812800" cy="514350"/>
            </a:xfrm>
            <a:custGeom>
              <a:avLst/>
              <a:gdLst>
                <a:gd name="T0" fmla="*/ 388 w 512"/>
                <a:gd name="T1" fmla="*/ 0 h 324"/>
                <a:gd name="T2" fmla="*/ 356 w 512"/>
                <a:gd name="T3" fmla="*/ 2 h 324"/>
                <a:gd name="T4" fmla="*/ 328 w 512"/>
                <a:gd name="T5" fmla="*/ 12 h 324"/>
                <a:gd name="T6" fmla="*/ 302 w 512"/>
                <a:gd name="T7" fmla="*/ 28 h 324"/>
                <a:gd name="T8" fmla="*/ 280 w 512"/>
                <a:gd name="T9" fmla="*/ 54 h 324"/>
                <a:gd name="T10" fmla="*/ 272 w 512"/>
                <a:gd name="T11" fmla="*/ 42 h 324"/>
                <a:gd name="T12" fmla="*/ 250 w 512"/>
                <a:gd name="T13" fmla="*/ 22 h 324"/>
                <a:gd name="T14" fmla="*/ 224 w 512"/>
                <a:gd name="T15" fmla="*/ 8 h 324"/>
                <a:gd name="T16" fmla="*/ 192 w 512"/>
                <a:gd name="T17" fmla="*/ 0 h 324"/>
                <a:gd name="T18" fmla="*/ 176 w 512"/>
                <a:gd name="T19" fmla="*/ 0 h 324"/>
                <a:gd name="T20" fmla="*/ 150 w 512"/>
                <a:gd name="T21" fmla="*/ 2 h 324"/>
                <a:gd name="T22" fmla="*/ 124 w 512"/>
                <a:gd name="T23" fmla="*/ 10 h 324"/>
                <a:gd name="T24" fmla="*/ 102 w 512"/>
                <a:gd name="T25" fmla="*/ 24 h 324"/>
                <a:gd name="T26" fmla="*/ 84 w 512"/>
                <a:gd name="T27" fmla="*/ 46 h 324"/>
                <a:gd name="T28" fmla="*/ 0 w 512"/>
                <a:gd name="T29" fmla="*/ 8 h 324"/>
                <a:gd name="T30" fmla="*/ 0 w 512"/>
                <a:gd name="T31" fmla="*/ 290 h 324"/>
                <a:gd name="T32" fmla="*/ 4 w 512"/>
                <a:gd name="T33" fmla="*/ 302 h 324"/>
                <a:gd name="T34" fmla="*/ 10 w 512"/>
                <a:gd name="T35" fmla="*/ 314 h 324"/>
                <a:gd name="T36" fmla="*/ 22 w 512"/>
                <a:gd name="T37" fmla="*/ 322 h 324"/>
                <a:gd name="T38" fmla="*/ 34 w 512"/>
                <a:gd name="T39" fmla="*/ 324 h 324"/>
                <a:gd name="T40" fmla="*/ 86 w 512"/>
                <a:gd name="T41" fmla="*/ 150 h 324"/>
                <a:gd name="T42" fmla="*/ 86 w 512"/>
                <a:gd name="T43" fmla="*/ 134 h 324"/>
                <a:gd name="T44" fmla="*/ 96 w 512"/>
                <a:gd name="T45" fmla="*/ 108 h 324"/>
                <a:gd name="T46" fmla="*/ 116 w 512"/>
                <a:gd name="T47" fmla="*/ 90 h 324"/>
                <a:gd name="T48" fmla="*/ 138 w 512"/>
                <a:gd name="T49" fmla="*/ 80 h 324"/>
                <a:gd name="T50" fmla="*/ 152 w 512"/>
                <a:gd name="T51" fmla="*/ 80 h 324"/>
                <a:gd name="T52" fmla="*/ 178 w 512"/>
                <a:gd name="T53" fmla="*/ 84 h 324"/>
                <a:gd name="T54" fmla="*/ 198 w 512"/>
                <a:gd name="T55" fmla="*/ 98 h 324"/>
                <a:gd name="T56" fmla="*/ 210 w 512"/>
                <a:gd name="T57" fmla="*/ 120 h 324"/>
                <a:gd name="T58" fmla="*/ 214 w 512"/>
                <a:gd name="T59" fmla="*/ 150 h 324"/>
                <a:gd name="T60" fmla="*/ 214 w 512"/>
                <a:gd name="T61" fmla="*/ 290 h 324"/>
                <a:gd name="T62" fmla="*/ 216 w 512"/>
                <a:gd name="T63" fmla="*/ 302 h 324"/>
                <a:gd name="T64" fmla="*/ 224 w 512"/>
                <a:gd name="T65" fmla="*/ 314 h 324"/>
                <a:gd name="T66" fmla="*/ 234 w 512"/>
                <a:gd name="T67" fmla="*/ 322 h 324"/>
                <a:gd name="T68" fmla="*/ 248 w 512"/>
                <a:gd name="T69" fmla="*/ 324 h 324"/>
                <a:gd name="T70" fmla="*/ 298 w 512"/>
                <a:gd name="T71" fmla="*/ 150 h 324"/>
                <a:gd name="T72" fmla="*/ 300 w 512"/>
                <a:gd name="T73" fmla="*/ 134 h 324"/>
                <a:gd name="T74" fmla="*/ 310 w 512"/>
                <a:gd name="T75" fmla="*/ 108 h 324"/>
                <a:gd name="T76" fmla="*/ 328 w 512"/>
                <a:gd name="T77" fmla="*/ 90 h 324"/>
                <a:gd name="T78" fmla="*/ 352 w 512"/>
                <a:gd name="T79" fmla="*/ 80 h 324"/>
                <a:gd name="T80" fmla="*/ 366 w 512"/>
                <a:gd name="T81" fmla="*/ 80 h 324"/>
                <a:gd name="T82" fmla="*/ 392 w 512"/>
                <a:gd name="T83" fmla="*/ 84 h 324"/>
                <a:gd name="T84" fmla="*/ 410 w 512"/>
                <a:gd name="T85" fmla="*/ 98 h 324"/>
                <a:gd name="T86" fmla="*/ 424 w 512"/>
                <a:gd name="T87" fmla="*/ 120 h 324"/>
                <a:gd name="T88" fmla="*/ 428 w 512"/>
                <a:gd name="T89" fmla="*/ 150 h 324"/>
                <a:gd name="T90" fmla="*/ 428 w 512"/>
                <a:gd name="T91" fmla="*/ 290 h 324"/>
                <a:gd name="T92" fmla="*/ 430 w 512"/>
                <a:gd name="T93" fmla="*/ 302 h 324"/>
                <a:gd name="T94" fmla="*/ 438 w 512"/>
                <a:gd name="T95" fmla="*/ 314 h 324"/>
                <a:gd name="T96" fmla="*/ 448 w 512"/>
                <a:gd name="T97" fmla="*/ 322 h 324"/>
                <a:gd name="T98" fmla="*/ 462 w 512"/>
                <a:gd name="T99" fmla="*/ 324 h 324"/>
                <a:gd name="T100" fmla="*/ 512 w 512"/>
                <a:gd name="T101" fmla="*/ 122 h 324"/>
                <a:gd name="T102" fmla="*/ 510 w 512"/>
                <a:gd name="T103" fmla="*/ 96 h 324"/>
                <a:gd name="T104" fmla="*/ 502 w 512"/>
                <a:gd name="T105" fmla="*/ 72 h 324"/>
                <a:gd name="T106" fmla="*/ 492 w 512"/>
                <a:gd name="T107" fmla="*/ 52 h 324"/>
                <a:gd name="T108" fmla="*/ 478 w 512"/>
                <a:gd name="T109" fmla="*/ 34 h 324"/>
                <a:gd name="T110" fmla="*/ 460 w 512"/>
                <a:gd name="T111" fmla="*/ 20 h 324"/>
                <a:gd name="T112" fmla="*/ 438 w 512"/>
                <a:gd name="T113" fmla="*/ 8 h 324"/>
                <a:gd name="T114" fmla="*/ 414 w 512"/>
                <a:gd name="T115" fmla="*/ 2 h 324"/>
                <a:gd name="T116" fmla="*/ 388 w 512"/>
                <a:gd name="T117"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324">
                  <a:moveTo>
                    <a:pt x="388" y="0"/>
                  </a:moveTo>
                  <a:lnTo>
                    <a:pt x="388" y="0"/>
                  </a:lnTo>
                  <a:lnTo>
                    <a:pt x="372" y="0"/>
                  </a:lnTo>
                  <a:lnTo>
                    <a:pt x="356" y="2"/>
                  </a:lnTo>
                  <a:lnTo>
                    <a:pt x="342" y="6"/>
                  </a:lnTo>
                  <a:lnTo>
                    <a:pt x="328" y="12"/>
                  </a:lnTo>
                  <a:lnTo>
                    <a:pt x="314" y="18"/>
                  </a:lnTo>
                  <a:lnTo>
                    <a:pt x="302" y="28"/>
                  </a:lnTo>
                  <a:lnTo>
                    <a:pt x="290" y="40"/>
                  </a:lnTo>
                  <a:lnTo>
                    <a:pt x="280" y="54"/>
                  </a:lnTo>
                  <a:lnTo>
                    <a:pt x="280" y="54"/>
                  </a:lnTo>
                  <a:lnTo>
                    <a:pt x="272" y="42"/>
                  </a:lnTo>
                  <a:lnTo>
                    <a:pt x="262" y="30"/>
                  </a:lnTo>
                  <a:lnTo>
                    <a:pt x="250" y="22"/>
                  </a:lnTo>
                  <a:lnTo>
                    <a:pt x="238" y="14"/>
                  </a:lnTo>
                  <a:lnTo>
                    <a:pt x="224" y="8"/>
                  </a:lnTo>
                  <a:lnTo>
                    <a:pt x="208" y="4"/>
                  </a:lnTo>
                  <a:lnTo>
                    <a:pt x="192" y="0"/>
                  </a:lnTo>
                  <a:lnTo>
                    <a:pt x="176" y="0"/>
                  </a:lnTo>
                  <a:lnTo>
                    <a:pt x="176" y="0"/>
                  </a:lnTo>
                  <a:lnTo>
                    <a:pt x="162" y="0"/>
                  </a:lnTo>
                  <a:lnTo>
                    <a:pt x="150" y="2"/>
                  </a:lnTo>
                  <a:lnTo>
                    <a:pt x="136" y="6"/>
                  </a:lnTo>
                  <a:lnTo>
                    <a:pt x="124" y="10"/>
                  </a:lnTo>
                  <a:lnTo>
                    <a:pt x="114" y="16"/>
                  </a:lnTo>
                  <a:lnTo>
                    <a:pt x="102" y="24"/>
                  </a:lnTo>
                  <a:lnTo>
                    <a:pt x="92" y="34"/>
                  </a:lnTo>
                  <a:lnTo>
                    <a:pt x="84" y="46"/>
                  </a:lnTo>
                  <a:lnTo>
                    <a:pt x="84" y="8"/>
                  </a:lnTo>
                  <a:lnTo>
                    <a:pt x="0" y="8"/>
                  </a:lnTo>
                  <a:lnTo>
                    <a:pt x="0" y="290"/>
                  </a:lnTo>
                  <a:lnTo>
                    <a:pt x="0" y="290"/>
                  </a:lnTo>
                  <a:lnTo>
                    <a:pt x="2" y="296"/>
                  </a:lnTo>
                  <a:lnTo>
                    <a:pt x="4" y="302"/>
                  </a:lnTo>
                  <a:lnTo>
                    <a:pt x="6" y="308"/>
                  </a:lnTo>
                  <a:lnTo>
                    <a:pt x="10" y="314"/>
                  </a:lnTo>
                  <a:lnTo>
                    <a:pt x="16" y="318"/>
                  </a:lnTo>
                  <a:lnTo>
                    <a:pt x="22" y="322"/>
                  </a:lnTo>
                  <a:lnTo>
                    <a:pt x="28" y="324"/>
                  </a:lnTo>
                  <a:lnTo>
                    <a:pt x="34" y="324"/>
                  </a:lnTo>
                  <a:lnTo>
                    <a:pt x="86" y="324"/>
                  </a:lnTo>
                  <a:lnTo>
                    <a:pt x="86" y="150"/>
                  </a:lnTo>
                  <a:lnTo>
                    <a:pt x="86" y="150"/>
                  </a:lnTo>
                  <a:lnTo>
                    <a:pt x="86" y="134"/>
                  </a:lnTo>
                  <a:lnTo>
                    <a:pt x="90" y="120"/>
                  </a:lnTo>
                  <a:lnTo>
                    <a:pt x="96" y="108"/>
                  </a:lnTo>
                  <a:lnTo>
                    <a:pt x="106" y="98"/>
                  </a:lnTo>
                  <a:lnTo>
                    <a:pt x="116" y="90"/>
                  </a:lnTo>
                  <a:lnTo>
                    <a:pt x="126" y="84"/>
                  </a:lnTo>
                  <a:lnTo>
                    <a:pt x="138" y="80"/>
                  </a:lnTo>
                  <a:lnTo>
                    <a:pt x="152" y="80"/>
                  </a:lnTo>
                  <a:lnTo>
                    <a:pt x="152" y="80"/>
                  </a:lnTo>
                  <a:lnTo>
                    <a:pt x="166" y="80"/>
                  </a:lnTo>
                  <a:lnTo>
                    <a:pt x="178" y="84"/>
                  </a:lnTo>
                  <a:lnTo>
                    <a:pt x="188" y="90"/>
                  </a:lnTo>
                  <a:lnTo>
                    <a:pt x="198" y="98"/>
                  </a:lnTo>
                  <a:lnTo>
                    <a:pt x="204" y="108"/>
                  </a:lnTo>
                  <a:lnTo>
                    <a:pt x="210" y="120"/>
                  </a:lnTo>
                  <a:lnTo>
                    <a:pt x="212" y="134"/>
                  </a:lnTo>
                  <a:lnTo>
                    <a:pt x="214" y="150"/>
                  </a:lnTo>
                  <a:lnTo>
                    <a:pt x="214" y="290"/>
                  </a:lnTo>
                  <a:lnTo>
                    <a:pt x="214" y="290"/>
                  </a:lnTo>
                  <a:lnTo>
                    <a:pt x="214" y="296"/>
                  </a:lnTo>
                  <a:lnTo>
                    <a:pt x="216" y="302"/>
                  </a:lnTo>
                  <a:lnTo>
                    <a:pt x="220" y="308"/>
                  </a:lnTo>
                  <a:lnTo>
                    <a:pt x="224" y="314"/>
                  </a:lnTo>
                  <a:lnTo>
                    <a:pt x="230" y="318"/>
                  </a:lnTo>
                  <a:lnTo>
                    <a:pt x="234" y="322"/>
                  </a:lnTo>
                  <a:lnTo>
                    <a:pt x="242" y="324"/>
                  </a:lnTo>
                  <a:lnTo>
                    <a:pt x="248" y="324"/>
                  </a:lnTo>
                  <a:lnTo>
                    <a:pt x="298" y="324"/>
                  </a:lnTo>
                  <a:lnTo>
                    <a:pt x="298" y="150"/>
                  </a:lnTo>
                  <a:lnTo>
                    <a:pt x="298" y="150"/>
                  </a:lnTo>
                  <a:lnTo>
                    <a:pt x="300" y="134"/>
                  </a:lnTo>
                  <a:lnTo>
                    <a:pt x="304" y="120"/>
                  </a:lnTo>
                  <a:lnTo>
                    <a:pt x="310" y="108"/>
                  </a:lnTo>
                  <a:lnTo>
                    <a:pt x="318" y="98"/>
                  </a:lnTo>
                  <a:lnTo>
                    <a:pt x="328" y="90"/>
                  </a:lnTo>
                  <a:lnTo>
                    <a:pt x="340" y="84"/>
                  </a:lnTo>
                  <a:lnTo>
                    <a:pt x="352" y="80"/>
                  </a:lnTo>
                  <a:lnTo>
                    <a:pt x="366" y="80"/>
                  </a:lnTo>
                  <a:lnTo>
                    <a:pt x="366" y="80"/>
                  </a:lnTo>
                  <a:lnTo>
                    <a:pt x="380" y="80"/>
                  </a:lnTo>
                  <a:lnTo>
                    <a:pt x="392" y="84"/>
                  </a:lnTo>
                  <a:lnTo>
                    <a:pt x="402" y="90"/>
                  </a:lnTo>
                  <a:lnTo>
                    <a:pt x="410" y="98"/>
                  </a:lnTo>
                  <a:lnTo>
                    <a:pt x="418" y="108"/>
                  </a:lnTo>
                  <a:lnTo>
                    <a:pt x="424" y="120"/>
                  </a:lnTo>
                  <a:lnTo>
                    <a:pt x="426" y="134"/>
                  </a:lnTo>
                  <a:lnTo>
                    <a:pt x="428" y="150"/>
                  </a:lnTo>
                  <a:lnTo>
                    <a:pt x="428" y="290"/>
                  </a:lnTo>
                  <a:lnTo>
                    <a:pt x="428" y="290"/>
                  </a:lnTo>
                  <a:lnTo>
                    <a:pt x="428" y="296"/>
                  </a:lnTo>
                  <a:lnTo>
                    <a:pt x="430" y="302"/>
                  </a:lnTo>
                  <a:lnTo>
                    <a:pt x="434" y="308"/>
                  </a:lnTo>
                  <a:lnTo>
                    <a:pt x="438" y="314"/>
                  </a:lnTo>
                  <a:lnTo>
                    <a:pt x="442" y="318"/>
                  </a:lnTo>
                  <a:lnTo>
                    <a:pt x="448" y="322"/>
                  </a:lnTo>
                  <a:lnTo>
                    <a:pt x="454" y="324"/>
                  </a:lnTo>
                  <a:lnTo>
                    <a:pt x="462" y="324"/>
                  </a:lnTo>
                  <a:lnTo>
                    <a:pt x="512" y="324"/>
                  </a:lnTo>
                  <a:lnTo>
                    <a:pt x="512" y="122"/>
                  </a:lnTo>
                  <a:lnTo>
                    <a:pt x="512" y="122"/>
                  </a:lnTo>
                  <a:lnTo>
                    <a:pt x="510" y="96"/>
                  </a:lnTo>
                  <a:lnTo>
                    <a:pt x="506" y="84"/>
                  </a:lnTo>
                  <a:lnTo>
                    <a:pt x="502" y="72"/>
                  </a:lnTo>
                  <a:lnTo>
                    <a:pt x="498" y="62"/>
                  </a:lnTo>
                  <a:lnTo>
                    <a:pt x="492" y="52"/>
                  </a:lnTo>
                  <a:lnTo>
                    <a:pt x="486" y="42"/>
                  </a:lnTo>
                  <a:lnTo>
                    <a:pt x="478" y="34"/>
                  </a:lnTo>
                  <a:lnTo>
                    <a:pt x="470" y="26"/>
                  </a:lnTo>
                  <a:lnTo>
                    <a:pt x="460" y="20"/>
                  </a:lnTo>
                  <a:lnTo>
                    <a:pt x="450" y="14"/>
                  </a:lnTo>
                  <a:lnTo>
                    <a:pt x="438" y="8"/>
                  </a:lnTo>
                  <a:lnTo>
                    <a:pt x="426" y="4"/>
                  </a:lnTo>
                  <a:lnTo>
                    <a:pt x="414" y="2"/>
                  </a:lnTo>
                  <a:lnTo>
                    <a:pt x="388" y="0"/>
                  </a:lnTo>
                  <a:lnTo>
                    <a:pt x="3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7" name="Freeform 10">
              <a:extLst>
                <a:ext uri="{FF2B5EF4-FFF2-40B4-BE49-F238E27FC236}">
                  <a16:creationId xmlns:a16="http://schemas.microsoft.com/office/drawing/2014/main" id="{DB1C7F7F-80B8-3F42-AFD7-D94C22DF90B7}"/>
                </a:ext>
              </a:extLst>
            </p:cNvPr>
            <p:cNvSpPr>
              <a:spLocks/>
            </p:cNvSpPr>
            <p:nvPr/>
          </p:nvSpPr>
          <p:spPr bwMode="auto">
            <a:xfrm>
              <a:off x="4724400" y="3257550"/>
              <a:ext cx="476250" cy="527050"/>
            </a:xfrm>
            <a:custGeom>
              <a:avLst/>
              <a:gdLst>
                <a:gd name="T0" fmla="*/ 144 w 300"/>
                <a:gd name="T1" fmla="*/ 126 h 332"/>
                <a:gd name="T2" fmla="*/ 124 w 300"/>
                <a:gd name="T3" fmla="*/ 122 h 332"/>
                <a:gd name="T4" fmla="*/ 104 w 300"/>
                <a:gd name="T5" fmla="*/ 114 h 332"/>
                <a:gd name="T6" fmla="*/ 98 w 300"/>
                <a:gd name="T7" fmla="*/ 104 h 332"/>
                <a:gd name="T8" fmla="*/ 96 w 300"/>
                <a:gd name="T9" fmla="*/ 98 h 332"/>
                <a:gd name="T10" fmla="*/ 100 w 300"/>
                <a:gd name="T11" fmla="*/ 86 h 332"/>
                <a:gd name="T12" fmla="*/ 108 w 300"/>
                <a:gd name="T13" fmla="*/ 78 h 332"/>
                <a:gd name="T14" fmla="*/ 124 w 300"/>
                <a:gd name="T15" fmla="*/ 72 h 332"/>
                <a:gd name="T16" fmla="*/ 144 w 300"/>
                <a:gd name="T17" fmla="*/ 70 h 332"/>
                <a:gd name="T18" fmla="*/ 192 w 300"/>
                <a:gd name="T19" fmla="*/ 76 h 332"/>
                <a:gd name="T20" fmla="*/ 232 w 300"/>
                <a:gd name="T21" fmla="*/ 90 h 332"/>
                <a:gd name="T22" fmla="*/ 238 w 300"/>
                <a:gd name="T23" fmla="*/ 92 h 332"/>
                <a:gd name="T24" fmla="*/ 258 w 300"/>
                <a:gd name="T25" fmla="*/ 90 h 332"/>
                <a:gd name="T26" fmla="*/ 268 w 300"/>
                <a:gd name="T27" fmla="*/ 82 h 332"/>
                <a:gd name="T28" fmla="*/ 276 w 300"/>
                <a:gd name="T29" fmla="*/ 72 h 332"/>
                <a:gd name="T30" fmla="*/ 292 w 300"/>
                <a:gd name="T31" fmla="*/ 38 h 332"/>
                <a:gd name="T32" fmla="*/ 224 w 300"/>
                <a:gd name="T33" fmla="*/ 12 h 332"/>
                <a:gd name="T34" fmla="*/ 166 w 300"/>
                <a:gd name="T35" fmla="*/ 2 h 332"/>
                <a:gd name="T36" fmla="*/ 146 w 300"/>
                <a:gd name="T37" fmla="*/ 0 h 332"/>
                <a:gd name="T38" fmla="*/ 94 w 300"/>
                <a:gd name="T39" fmla="*/ 6 h 332"/>
                <a:gd name="T40" fmla="*/ 50 w 300"/>
                <a:gd name="T41" fmla="*/ 24 h 332"/>
                <a:gd name="T42" fmla="*/ 32 w 300"/>
                <a:gd name="T43" fmla="*/ 38 h 332"/>
                <a:gd name="T44" fmla="*/ 20 w 300"/>
                <a:gd name="T45" fmla="*/ 56 h 332"/>
                <a:gd name="T46" fmla="*/ 12 w 300"/>
                <a:gd name="T47" fmla="*/ 76 h 332"/>
                <a:gd name="T48" fmla="*/ 8 w 300"/>
                <a:gd name="T49" fmla="*/ 98 h 332"/>
                <a:gd name="T50" fmla="*/ 10 w 300"/>
                <a:gd name="T51" fmla="*/ 116 h 332"/>
                <a:gd name="T52" fmla="*/ 20 w 300"/>
                <a:gd name="T53" fmla="*/ 148 h 332"/>
                <a:gd name="T54" fmla="*/ 46 w 300"/>
                <a:gd name="T55" fmla="*/ 174 h 332"/>
                <a:gd name="T56" fmla="*/ 92 w 300"/>
                <a:gd name="T57" fmla="*/ 192 h 332"/>
                <a:gd name="T58" fmla="*/ 142 w 300"/>
                <a:gd name="T59" fmla="*/ 202 h 332"/>
                <a:gd name="T60" fmla="*/ 170 w 300"/>
                <a:gd name="T61" fmla="*/ 206 h 332"/>
                <a:gd name="T62" fmla="*/ 202 w 300"/>
                <a:gd name="T63" fmla="*/ 214 h 332"/>
                <a:gd name="T64" fmla="*/ 212 w 300"/>
                <a:gd name="T65" fmla="*/ 224 h 332"/>
                <a:gd name="T66" fmla="*/ 212 w 300"/>
                <a:gd name="T67" fmla="*/ 232 h 332"/>
                <a:gd name="T68" fmla="*/ 208 w 300"/>
                <a:gd name="T69" fmla="*/ 246 h 332"/>
                <a:gd name="T70" fmla="*/ 194 w 300"/>
                <a:gd name="T71" fmla="*/ 256 h 332"/>
                <a:gd name="T72" fmla="*/ 172 w 300"/>
                <a:gd name="T73" fmla="*/ 260 h 332"/>
                <a:gd name="T74" fmla="*/ 142 w 300"/>
                <a:gd name="T75" fmla="*/ 262 h 332"/>
                <a:gd name="T76" fmla="*/ 106 w 300"/>
                <a:gd name="T77" fmla="*/ 258 h 332"/>
                <a:gd name="T78" fmla="*/ 76 w 300"/>
                <a:gd name="T79" fmla="*/ 248 h 332"/>
                <a:gd name="T80" fmla="*/ 30 w 300"/>
                <a:gd name="T81" fmla="*/ 228 h 332"/>
                <a:gd name="T82" fmla="*/ 0 w 300"/>
                <a:gd name="T83" fmla="*/ 292 h 332"/>
                <a:gd name="T84" fmla="*/ 34 w 300"/>
                <a:gd name="T85" fmla="*/ 310 h 332"/>
                <a:gd name="T86" fmla="*/ 70 w 300"/>
                <a:gd name="T87" fmla="*/ 322 h 332"/>
                <a:gd name="T88" fmla="*/ 140 w 300"/>
                <a:gd name="T89" fmla="*/ 332 h 332"/>
                <a:gd name="T90" fmla="*/ 178 w 300"/>
                <a:gd name="T91" fmla="*/ 332 h 332"/>
                <a:gd name="T92" fmla="*/ 238 w 300"/>
                <a:gd name="T93" fmla="*/ 318 h 332"/>
                <a:gd name="T94" fmla="*/ 260 w 300"/>
                <a:gd name="T95" fmla="*/ 308 h 332"/>
                <a:gd name="T96" fmla="*/ 278 w 300"/>
                <a:gd name="T97" fmla="*/ 292 h 332"/>
                <a:gd name="T98" fmla="*/ 290 w 300"/>
                <a:gd name="T99" fmla="*/ 276 h 332"/>
                <a:gd name="T100" fmla="*/ 298 w 300"/>
                <a:gd name="T101" fmla="*/ 254 h 332"/>
                <a:gd name="T102" fmla="*/ 300 w 300"/>
                <a:gd name="T103" fmla="*/ 232 h 332"/>
                <a:gd name="T104" fmla="*/ 300 w 300"/>
                <a:gd name="T105" fmla="*/ 220 h 332"/>
                <a:gd name="T106" fmla="*/ 296 w 300"/>
                <a:gd name="T107" fmla="*/ 200 h 332"/>
                <a:gd name="T108" fmla="*/ 282 w 300"/>
                <a:gd name="T109" fmla="*/ 176 h 332"/>
                <a:gd name="T110" fmla="*/ 250 w 300"/>
                <a:gd name="T111" fmla="*/ 150 h 332"/>
                <a:gd name="T112" fmla="*/ 206 w 300"/>
                <a:gd name="T113" fmla="*/ 136 h 332"/>
                <a:gd name="T114" fmla="*/ 182 w 300"/>
                <a:gd name="T115" fmla="*/ 1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332">
                  <a:moveTo>
                    <a:pt x="182" y="132"/>
                  </a:moveTo>
                  <a:lnTo>
                    <a:pt x="144" y="126"/>
                  </a:lnTo>
                  <a:lnTo>
                    <a:pt x="144" y="126"/>
                  </a:lnTo>
                  <a:lnTo>
                    <a:pt x="124" y="122"/>
                  </a:lnTo>
                  <a:lnTo>
                    <a:pt x="110" y="118"/>
                  </a:lnTo>
                  <a:lnTo>
                    <a:pt x="104" y="114"/>
                  </a:lnTo>
                  <a:lnTo>
                    <a:pt x="100" y="110"/>
                  </a:lnTo>
                  <a:lnTo>
                    <a:pt x="98" y="104"/>
                  </a:lnTo>
                  <a:lnTo>
                    <a:pt x="96" y="98"/>
                  </a:lnTo>
                  <a:lnTo>
                    <a:pt x="96" y="98"/>
                  </a:lnTo>
                  <a:lnTo>
                    <a:pt x="98" y="92"/>
                  </a:lnTo>
                  <a:lnTo>
                    <a:pt x="100" y="86"/>
                  </a:lnTo>
                  <a:lnTo>
                    <a:pt x="104" y="82"/>
                  </a:lnTo>
                  <a:lnTo>
                    <a:pt x="108" y="78"/>
                  </a:lnTo>
                  <a:lnTo>
                    <a:pt x="116" y="74"/>
                  </a:lnTo>
                  <a:lnTo>
                    <a:pt x="124" y="72"/>
                  </a:lnTo>
                  <a:lnTo>
                    <a:pt x="144" y="70"/>
                  </a:lnTo>
                  <a:lnTo>
                    <a:pt x="144" y="70"/>
                  </a:lnTo>
                  <a:lnTo>
                    <a:pt x="168" y="72"/>
                  </a:lnTo>
                  <a:lnTo>
                    <a:pt x="192" y="76"/>
                  </a:lnTo>
                  <a:lnTo>
                    <a:pt x="212" y="82"/>
                  </a:lnTo>
                  <a:lnTo>
                    <a:pt x="232" y="90"/>
                  </a:lnTo>
                  <a:lnTo>
                    <a:pt x="232" y="90"/>
                  </a:lnTo>
                  <a:lnTo>
                    <a:pt x="238" y="92"/>
                  </a:lnTo>
                  <a:lnTo>
                    <a:pt x="246" y="92"/>
                  </a:lnTo>
                  <a:lnTo>
                    <a:pt x="258" y="90"/>
                  </a:lnTo>
                  <a:lnTo>
                    <a:pt x="264" y="86"/>
                  </a:lnTo>
                  <a:lnTo>
                    <a:pt x="268" y="82"/>
                  </a:lnTo>
                  <a:lnTo>
                    <a:pt x="274" y="78"/>
                  </a:lnTo>
                  <a:lnTo>
                    <a:pt x="276" y="72"/>
                  </a:lnTo>
                  <a:lnTo>
                    <a:pt x="292" y="38"/>
                  </a:lnTo>
                  <a:lnTo>
                    <a:pt x="292" y="38"/>
                  </a:lnTo>
                  <a:lnTo>
                    <a:pt x="260" y="22"/>
                  </a:lnTo>
                  <a:lnTo>
                    <a:pt x="224" y="12"/>
                  </a:lnTo>
                  <a:lnTo>
                    <a:pt x="186" y="4"/>
                  </a:lnTo>
                  <a:lnTo>
                    <a:pt x="166" y="2"/>
                  </a:lnTo>
                  <a:lnTo>
                    <a:pt x="146" y="0"/>
                  </a:lnTo>
                  <a:lnTo>
                    <a:pt x="146" y="0"/>
                  </a:lnTo>
                  <a:lnTo>
                    <a:pt x="118" y="2"/>
                  </a:lnTo>
                  <a:lnTo>
                    <a:pt x="94" y="6"/>
                  </a:lnTo>
                  <a:lnTo>
                    <a:pt x="70" y="14"/>
                  </a:lnTo>
                  <a:lnTo>
                    <a:pt x="50" y="24"/>
                  </a:lnTo>
                  <a:lnTo>
                    <a:pt x="40" y="30"/>
                  </a:lnTo>
                  <a:lnTo>
                    <a:pt x="32" y="38"/>
                  </a:lnTo>
                  <a:lnTo>
                    <a:pt x="26" y="46"/>
                  </a:lnTo>
                  <a:lnTo>
                    <a:pt x="20" y="56"/>
                  </a:lnTo>
                  <a:lnTo>
                    <a:pt x="16" y="64"/>
                  </a:lnTo>
                  <a:lnTo>
                    <a:pt x="12" y="76"/>
                  </a:lnTo>
                  <a:lnTo>
                    <a:pt x="10" y="86"/>
                  </a:lnTo>
                  <a:lnTo>
                    <a:pt x="8" y="98"/>
                  </a:lnTo>
                  <a:lnTo>
                    <a:pt x="8" y="98"/>
                  </a:lnTo>
                  <a:lnTo>
                    <a:pt x="10" y="116"/>
                  </a:lnTo>
                  <a:lnTo>
                    <a:pt x="12" y="134"/>
                  </a:lnTo>
                  <a:lnTo>
                    <a:pt x="20" y="148"/>
                  </a:lnTo>
                  <a:lnTo>
                    <a:pt x="30" y="162"/>
                  </a:lnTo>
                  <a:lnTo>
                    <a:pt x="46" y="174"/>
                  </a:lnTo>
                  <a:lnTo>
                    <a:pt x="66" y="184"/>
                  </a:lnTo>
                  <a:lnTo>
                    <a:pt x="92" y="192"/>
                  </a:lnTo>
                  <a:lnTo>
                    <a:pt x="124" y="200"/>
                  </a:lnTo>
                  <a:lnTo>
                    <a:pt x="142" y="202"/>
                  </a:lnTo>
                  <a:lnTo>
                    <a:pt x="142" y="202"/>
                  </a:lnTo>
                  <a:lnTo>
                    <a:pt x="170" y="206"/>
                  </a:lnTo>
                  <a:lnTo>
                    <a:pt x="192" y="210"/>
                  </a:lnTo>
                  <a:lnTo>
                    <a:pt x="202" y="214"/>
                  </a:lnTo>
                  <a:lnTo>
                    <a:pt x="208" y="218"/>
                  </a:lnTo>
                  <a:lnTo>
                    <a:pt x="212" y="224"/>
                  </a:lnTo>
                  <a:lnTo>
                    <a:pt x="212" y="232"/>
                  </a:lnTo>
                  <a:lnTo>
                    <a:pt x="212" y="232"/>
                  </a:lnTo>
                  <a:lnTo>
                    <a:pt x="212" y="240"/>
                  </a:lnTo>
                  <a:lnTo>
                    <a:pt x="208" y="246"/>
                  </a:lnTo>
                  <a:lnTo>
                    <a:pt x="202" y="252"/>
                  </a:lnTo>
                  <a:lnTo>
                    <a:pt x="194" y="256"/>
                  </a:lnTo>
                  <a:lnTo>
                    <a:pt x="184" y="258"/>
                  </a:lnTo>
                  <a:lnTo>
                    <a:pt x="172" y="260"/>
                  </a:lnTo>
                  <a:lnTo>
                    <a:pt x="142" y="262"/>
                  </a:lnTo>
                  <a:lnTo>
                    <a:pt x="142" y="262"/>
                  </a:lnTo>
                  <a:lnTo>
                    <a:pt x="124" y="260"/>
                  </a:lnTo>
                  <a:lnTo>
                    <a:pt x="106" y="258"/>
                  </a:lnTo>
                  <a:lnTo>
                    <a:pt x="90" y="254"/>
                  </a:lnTo>
                  <a:lnTo>
                    <a:pt x="76" y="248"/>
                  </a:lnTo>
                  <a:lnTo>
                    <a:pt x="50" y="238"/>
                  </a:lnTo>
                  <a:lnTo>
                    <a:pt x="30" y="228"/>
                  </a:lnTo>
                  <a:lnTo>
                    <a:pt x="0" y="292"/>
                  </a:lnTo>
                  <a:lnTo>
                    <a:pt x="0" y="292"/>
                  </a:lnTo>
                  <a:lnTo>
                    <a:pt x="16" y="302"/>
                  </a:lnTo>
                  <a:lnTo>
                    <a:pt x="34" y="310"/>
                  </a:lnTo>
                  <a:lnTo>
                    <a:pt x="52" y="316"/>
                  </a:lnTo>
                  <a:lnTo>
                    <a:pt x="70" y="322"/>
                  </a:lnTo>
                  <a:lnTo>
                    <a:pt x="106" y="330"/>
                  </a:lnTo>
                  <a:lnTo>
                    <a:pt x="140" y="332"/>
                  </a:lnTo>
                  <a:lnTo>
                    <a:pt x="140" y="332"/>
                  </a:lnTo>
                  <a:lnTo>
                    <a:pt x="178" y="332"/>
                  </a:lnTo>
                  <a:lnTo>
                    <a:pt x="210" y="326"/>
                  </a:lnTo>
                  <a:lnTo>
                    <a:pt x="238" y="318"/>
                  </a:lnTo>
                  <a:lnTo>
                    <a:pt x="250" y="314"/>
                  </a:lnTo>
                  <a:lnTo>
                    <a:pt x="260" y="308"/>
                  </a:lnTo>
                  <a:lnTo>
                    <a:pt x="270" y="300"/>
                  </a:lnTo>
                  <a:lnTo>
                    <a:pt x="278" y="292"/>
                  </a:lnTo>
                  <a:lnTo>
                    <a:pt x="284" y="284"/>
                  </a:lnTo>
                  <a:lnTo>
                    <a:pt x="290" y="276"/>
                  </a:lnTo>
                  <a:lnTo>
                    <a:pt x="294" y="266"/>
                  </a:lnTo>
                  <a:lnTo>
                    <a:pt x="298" y="254"/>
                  </a:lnTo>
                  <a:lnTo>
                    <a:pt x="300" y="244"/>
                  </a:lnTo>
                  <a:lnTo>
                    <a:pt x="300" y="232"/>
                  </a:lnTo>
                  <a:lnTo>
                    <a:pt x="300" y="232"/>
                  </a:lnTo>
                  <a:lnTo>
                    <a:pt x="300" y="220"/>
                  </a:lnTo>
                  <a:lnTo>
                    <a:pt x="298" y="210"/>
                  </a:lnTo>
                  <a:lnTo>
                    <a:pt x="296" y="200"/>
                  </a:lnTo>
                  <a:lnTo>
                    <a:pt x="292" y="192"/>
                  </a:lnTo>
                  <a:lnTo>
                    <a:pt x="282" y="176"/>
                  </a:lnTo>
                  <a:lnTo>
                    <a:pt x="268" y="162"/>
                  </a:lnTo>
                  <a:lnTo>
                    <a:pt x="250" y="150"/>
                  </a:lnTo>
                  <a:lnTo>
                    <a:pt x="230" y="142"/>
                  </a:lnTo>
                  <a:lnTo>
                    <a:pt x="206" y="136"/>
                  </a:lnTo>
                  <a:lnTo>
                    <a:pt x="182" y="132"/>
                  </a:lnTo>
                  <a:lnTo>
                    <a:pt x="18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grpSp>
      <p:sp>
        <p:nvSpPr>
          <p:cNvPr id="3" name="Text Placeholder 2"/>
          <p:cNvSpPr>
            <a:spLocks noGrp="1"/>
          </p:cNvSpPr>
          <p:nvPr>
            <p:ph type="body" sz="quarter" idx="13" hasCustomPrompt="1"/>
          </p:nvPr>
        </p:nvSpPr>
        <p:spPr>
          <a:xfrm>
            <a:off x="383669" y="757181"/>
            <a:ext cx="516789" cy="191638"/>
          </a:xfrm>
          <a:prstGeom prst="rect">
            <a:avLst/>
          </a:prstGeom>
        </p:spPr>
        <p:txBody>
          <a:bodyPr lIns="0"/>
          <a:lstStyle>
            <a:lvl1pPr marL="0" indent="0" algn="l" defTabSz="926104" rtl="0" eaLnBrk="1" latinLnBrk="0" hangingPunct="1">
              <a:lnSpc>
                <a:spcPts val="955"/>
              </a:lnSpc>
              <a:buNone/>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date ]</a:t>
            </a:r>
          </a:p>
        </p:txBody>
      </p:sp>
      <p:sp>
        <p:nvSpPr>
          <p:cNvPr id="18" name="Text Placeholder 2"/>
          <p:cNvSpPr>
            <a:spLocks noGrp="1"/>
          </p:cNvSpPr>
          <p:nvPr>
            <p:ph type="body" sz="quarter" idx="23" hasCustomPrompt="1"/>
          </p:nvPr>
        </p:nvSpPr>
        <p:spPr>
          <a:xfrm>
            <a:off x="1028256" y="757182"/>
            <a:ext cx="6486223" cy="189037"/>
          </a:xfrm>
          <a:prstGeom prst="rect">
            <a:avLst/>
          </a:prstGeom>
        </p:spPr>
        <p:txBody>
          <a:bodyPr lIns="91440"/>
          <a:lstStyle>
            <a:lvl1pPr marL="0" indent="0" algn="l" defTabSz="926104" rtl="0" eaLnBrk="1" latinLnBrk="0" hangingPunct="1">
              <a:lnSpc>
                <a:spcPts val="955"/>
              </a:lnSpc>
              <a:spcBef>
                <a:spcPts val="409"/>
              </a:spcBef>
              <a:buClr>
                <a:srgbClr val="00B7E6"/>
              </a:buClr>
              <a:buSzPct val="110000"/>
              <a:buFont typeface="Arial" panose="020B0604020202020204" pitchFamily="34" charset="0"/>
              <a:buNone/>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pPr lvl="0"/>
            <a:r>
              <a:rPr lang="en-US"/>
              <a:t>[ client name ]</a:t>
            </a:r>
          </a:p>
        </p:txBody>
      </p:sp>
      <p:sp>
        <p:nvSpPr>
          <p:cNvPr id="23" name="TextBox 22"/>
          <p:cNvSpPr txBox="1"/>
          <p:nvPr userDrawn="1"/>
        </p:nvSpPr>
        <p:spPr>
          <a:xfrm>
            <a:off x="754311" y="761323"/>
            <a:ext cx="516789" cy="220573"/>
          </a:xfrm>
          <a:prstGeom prst="rect">
            <a:avLst/>
          </a:prstGeom>
          <a:noFill/>
        </p:spPr>
        <p:txBody>
          <a:bodyPr wrap="square" rtlCol="0">
            <a:spAutoFit/>
          </a:bodyPr>
          <a:lstStyle/>
          <a:p>
            <a:pPr algn="ctr">
              <a:lnSpc>
                <a:spcPts val="955"/>
              </a:lnSpc>
              <a:spcBef>
                <a:spcPts val="1165"/>
              </a:spcBef>
              <a:buClr>
                <a:srgbClr val="00B7E6"/>
              </a:buClr>
              <a:buSzPct val="110000"/>
            </a:pPr>
            <a:r>
              <a:rPr lang="en-US" sz="955" spc="34">
                <a:solidFill>
                  <a:schemeClr val="accent2"/>
                </a:solidFill>
                <a:latin typeface="Slalom Sans Light" panose="00000400000000000000" pitchFamily="50" charset="0"/>
                <a:cs typeface="Arial" panose="020B0604020202020204" pitchFamily="34" charset="0"/>
              </a:rPr>
              <a:t>/</a:t>
            </a:r>
          </a:p>
        </p:txBody>
      </p:sp>
      <p:sp>
        <p:nvSpPr>
          <p:cNvPr id="33" name="Text Placeholder 46"/>
          <p:cNvSpPr>
            <a:spLocks noGrp="1"/>
          </p:cNvSpPr>
          <p:nvPr>
            <p:ph type="body" sz="quarter" idx="26" hasCustomPrompt="1"/>
          </p:nvPr>
        </p:nvSpPr>
        <p:spPr>
          <a:xfrm>
            <a:off x="390915"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sz="955" baseline="0">
                <a:solidFill>
                  <a:schemeClr val="accent2"/>
                </a:solidFill>
              </a:defRPr>
            </a:lvl1pPr>
          </a:lstStyle>
          <a:p>
            <a:r>
              <a:rPr lang="en-US"/>
              <a:t>List out any assumptions in this section, pertaining to the estimate, the project, resource availability, system availability, etc.</a:t>
            </a:r>
          </a:p>
        </p:txBody>
      </p:sp>
      <p:sp>
        <p:nvSpPr>
          <p:cNvPr id="34" name="Text Placeholder 47"/>
          <p:cNvSpPr>
            <a:spLocks noGrp="1"/>
          </p:cNvSpPr>
          <p:nvPr>
            <p:ph type="body" sz="quarter" idx="27" hasCustomPrompt="1"/>
          </p:nvPr>
        </p:nvSpPr>
        <p:spPr>
          <a:xfrm>
            <a:off x="4284134"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List out the Slalom team</a:t>
            </a:r>
          </a:p>
        </p:txBody>
      </p:sp>
      <p:sp>
        <p:nvSpPr>
          <p:cNvPr id="38" name="Text Placeholder 48"/>
          <p:cNvSpPr>
            <a:spLocks noGrp="1"/>
          </p:cNvSpPr>
          <p:nvPr>
            <p:ph type="body" sz="quarter" idx="28" hasCustomPrompt="1"/>
          </p:nvPr>
        </p:nvSpPr>
        <p:spPr>
          <a:xfrm>
            <a:off x="8156388" y="5040509"/>
            <a:ext cx="3623733" cy="1008046"/>
          </a:xfrm>
          <a:prstGeom prst="rect">
            <a:avLst/>
          </a:prstGeom>
        </p:spPr>
        <p:txBody>
          <a:bodyPr lIns="0"/>
          <a:lstStyle>
            <a:lvl1pPr marL="116895" indent="-116895">
              <a:lnSpc>
                <a:spcPct val="10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Provide details on time estimates &amp; pricing</a:t>
            </a:r>
          </a:p>
        </p:txBody>
      </p:sp>
      <p:cxnSp>
        <p:nvCxnSpPr>
          <p:cNvPr id="40" name="Straight Connector 39"/>
          <p:cNvCxnSpPr>
            <a:cxnSpLocks/>
          </p:cNvCxnSpPr>
          <p:nvPr userDrawn="1"/>
        </p:nvCxnSpPr>
        <p:spPr>
          <a:xfrm>
            <a:off x="381000" y="4771675"/>
            <a:ext cx="11385462"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 Placeholder 55"/>
          <p:cNvSpPr txBox="1">
            <a:spLocks/>
          </p:cNvSpPr>
          <p:nvPr userDrawn="1"/>
        </p:nvSpPr>
        <p:spPr>
          <a:xfrm>
            <a:off x="397091" y="4829634"/>
            <a:ext cx="3632350"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ASSUMPTIONS</a:t>
            </a:r>
          </a:p>
        </p:txBody>
      </p:sp>
      <p:sp>
        <p:nvSpPr>
          <p:cNvPr id="51" name="Text Placeholder 55"/>
          <p:cNvSpPr txBox="1">
            <a:spLocks/>
          </p:cNvSpPr>
          <p:nvPr userDrawn="1"/>
        </p:nvSpPr>
        <p:spPr>
          <a:xfrm>
            <a:off x="4284134"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a:solidFill>
                  <a:srgbClr val="09091C"/>
                </a:solidFill>
                <a:latin typeface="Slalom Sans Bold"/>
                <a:ea typeface="+mn-ea"/>
                <a:cs typeface="Slalom Sans Bold"/>
              </a:rPr>
              <a:t>SLALOM TEAM</a:t>
            </a:r>
          </a:p>
        </p:txBody>
      </p:sp>
      <p:sp>
        <p:nvSpPr>
          <p:cNvPr id="52" name="Text Placeholder 55"/>
          <p:cNvSpPr txBox="1">
            <a:spLocks/>
          </p:cNvSpPr>
          <p:nvPr userDrawn="1"/>
        </p:nvSpPr>
        <p:spPr>
          <a:xfrm>
            <a:off x="8162560"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INVESTMENT</a:t>
            </a:r>
          </a:p>
        </p:txBody>
      </p:sp>
      <p:cxnSp>
        <p:nvCxnSpPr>
          <p:cNvPr id="57" name="Straight Connector 56"/>
          <p:cNvCxnSpPr>
            <a:cxnSpLocks/>
          </p:cNvCxnSpPr>
          <p:nvPr userDrawn="1"/>
        </p:nvCxnSpPr>
        <p:spPr>
          <a:xfrm>
            <a:off x="378869" y="6173043"/>
            <a:ext cx="1140615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Picture Placeholder 14"/>
          <p:cNvSpPr>
            <a:spLocks noGrp="1"/>
          </p:cNvSpPr>
          <p:nvPr>
            <p:ph type="pic" sz="quarter" idx="14" hasCustomPrompt="1"/>
          </p:nvPr>
        </p:nvSpPr>
        <p:spPr>
          <a:xfrm>
            <a:off x="10189001" y="306824"/>
            <a:ext cx="1552575" cy="554776"/>
          </a:xfrm>
          <a:prstGeom prst="rect">
            <a:avLst/>
          </a:prstGeom>
        </p:spPr>
        <p:txBody>
          <a:bodyPr anchor="ctr"/>
          <a:lstStyle>
            <a:lvl1pPr marL="0" indent="0" algn="ctr">
              <a:buNone/>
              <a:defRPr sz="1091">
                <a:solidFill>
                  <a:schemeClr val="tx2"/>
                </a:solidFill>
                <a:latin typeface="Slalom Sans Light" panose="00000400000000000000" pitchFamily="50" charset="0"/>
                <a:ea typeface="Slalom Sans Light" panose="00000400000000000000" pitchFamily="50" charset="0"/>
                <a:cs typeface="Arial" panose="020B0604020202020204" pitchFamily="34" charset="0"/>
              </a:defRPr>
            </a:lvl1pPr>
          </a:lstStyle>
          <a:p>
            <a:r>
              <a:rPr lang="en-US"/>
              <a:t>Insert Client Logo</a:t>
            </a:r>
          </a:p>
        </p:txBody>
      </p:sp>
      <p:sp>
        <p:nvSpPr>
          <p:cNvPr id="62" name="Title Placeholder 1"/>
          <p:cNvSpPr>
            <a:spLocks noGrp="1"/>
          </p:cNvSpPr>
          <p:nvPr>
            <p:ph type="title" hasCustomPrompt="1"/>
          </p:nvPr>
        </p:nvSpPr>
        <p:spPr bwMode="gray">
          <a:xfrm>
            <a:off x="381000" y="392159"/>
            <a:ext cx="8298758" cy="309727"/>
          </a:xfrm>
          <a:prstGeom prst="rect">
            <a:avLst/>
          </a:prstGeom>
          <a:noFill/>
        </p:spPr>
        <p:txBody>
          <a:bodyPr vert="horz" wrap="square" lIns="0" tIns="0" rIns="137160" bIns="0" rtlCol="0" anchor="b" anchorCtr="0">
            <a:noAutofit/>
          </a:bodyPr>
          <a:lstStyle>
            <a:lvl1pPr marL="0" algn="l" defTabSz="926104" rtl="0" eaLnBrk="1" latinLnBrk="0" hangingPunct="1">
              <a:lnSpc>
                <a:spcPts val="2045"/>
              </a:lnSpc>
              <a:spcBef>
                <a:spcPts val="818"/>
              </a:spcBef>
              <a:buClr>
                <a:srgbClr val="CC0000"/>
              </a:buClr>
              <a:buSzPct val="110000"/>
              <a:buNone/>
              <a:defRPr lang="en-US" sz="2045" b="0" kern="1200" spc="-82" baseline="0" dirty="0">
                <a:solidFill>
                  <a:schemeClr val="accent2"/>
                </a:solidFill>
                <a:latin typeface="+mj-lt"/>
                <a:ea typeface="+mn-ea"/>
                <a:cs typeface="Arial" panose="020B0604020202020204" pitchFamily="34" charset="0"/>
              </a:defRPr>
            </a:lvl1pPr>
          </a:lstStyle>
          <a:p>
            <a:r>
              <a:rPr lang="en-US"/>
              <a:t>TITLE</a:t>
            </a:r>
          </a:p>
        </p:txBody>
      </p:sp>
      <p:cxnSp>
        <p:nvCxnSpPr>
          <p:cNvPr id="48" name="Straight Connector 47"/>
          <p:cNvCxnSpPr>
            <a:cxnSpLocks/>
          </p:cNvCxnSpPr>
          <p:nvPr userDrawn="1"/>
        </p:nvCxnSpPr>
        <p:spPr>
          <a:xfrm>
            <a:off x="383957" y="1052438"/>
            <a:ext cx="11401066" cy="1021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55"/>
          <p:cNvSpPr txBox="1">
            <a:spLocks/>
          </p:cNvSpPr>
          <p:nvPr userDrawn="1"/>
        </p:nvSpPr>
        <p:spPr>
          <a:xfrm>
            <a:off x="387065" y="1154833"/>
            <a:ext cx="5179608"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BUSINESS NEED</a:t>
            </a:r>
          </a:p>
        </p:txBody>
      </p:sp>
      <p:sp>
        <p:nvSpPr>
          <p:cNvPr id="79" name="Text Placeholder 43"/>
          <p:cNvSpPr>
            <a:spLocks noGrp="1"/>
          </p:cNvSpPr>
          <p:nvPr userDrawn="1">
            <p:ph type="body" sz="quarter" idx="17" hasCustomPrompt="1"/>
          </p:nvPr>
        </p:nvSpPr>
        <p:spPr>
          <a:xfrm>
            <a:off x="394455" y="1381246"/>
            <a:ext cx="5945272" cy="1436534"/>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920"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business problem, outlining where the client is struggling and what we are being hired to do.  Make sure this is SIMPLE (will a 1st grader get it?), in PLAIN ENGLISH (no consulting or technical speak!) and can STAND ALONE (can someone understand it if they read this on their own?).</a:t>
            </a:r>
            <a:br>
              <a:rPr lang="en-US"/>
            </a:br>
            <a:r>
              <a:rPr lang="en-US"/>
              <a:t>Make sure you cover:</a:t>
            </a:r>
          </a:p>
          <a:p>
            <a:r>
              <a:rPr lang="en-US"/>
              <a:t>1. Aspirational goal (what is the client’s vision or goal driving the need?  Is there a new strategy or change?)</a:t>
            </a:r>
            <a:br>
              <a:rPr lang="en-US"/>
            </a:br>
            <a:r>
              <a:rPr lang="en-US"/>
              <a:t>2. Current state problem (what issue is the client facing? Is it impacting business, ops, time-to-market, etc.?)</a:t>
            </a:r>
            <a:br>
              <a:rPr lang="en-US"/>
            </a:br>
            <a:r>
              <a:rPr lang="en-US"/>
              <a:t>3. Evidence (what has happened to show the problem is an issue?  The more specific you can get the better)</a:t>
            </a:r>
            <a:br>
              <a:rPr lang="en-US"/>
            </a:br>
            <a:r>
              <a:rPr lang="en-US"/>
              <a:t>4. Action to resolve (what has Slalom been asked to do to address the problem?)</a:t>
            </a:r>
          </a:p>
        </p:txBody>
      </p:sp>
      <p:cxnSp>
        <p:nvCxnSpPr>
          <p:cNvPr id="59" name="Straight Connector 58"/>
          <p:cNvCxnSpPr>
            <a:cxnSpLocks/>
          </p:cNvCxnSpPr>
          <p:nvPr userDrawn="1"/>
        </p:nvCxnSpPr>
        <p:spPr>
          <a:xfrm>
            <a:off x="6465741" y="1226348"/>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 Placeholder 55"/>
          <p:cNvSpPr txBox="1">
            <a:spLocks/>
          </p:cNvSpPr>
          <p:nvPr userDrawn="1"/>
        </p:nvSpPr>
        <p:spPr>
          <a:xfrm>
            <a:off x="6591755" y="1170658"/>
            <a:ext cx="5179608"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APPROACH</a:t>
            </a:r>
          </a:p>
        </p:txBody>
      </p:sp>
      <p:sp>
        <p:nvSpPr>
          <p:cNvPr id="42" name="Text Placeholder 2">
            <a:extLst>
              <a:ext uri="{FF2B5EF4-FFF2-40B4-BE49-F238E27FC236}">
                <a16:creationId xmlns:a16="http://schemas.microsoft.com/office/drawing/2014/main" id="{337980FD-1A49-7D48-9399-638420FA17DE}"/>
              </a:ext>
            </a:extLst>
          </p:cNvPr>
          <p:cNvSpPr>
            <a:spLocks noGrp="1"/>
          </p:cNvSpPr>
          <p:nvPr>
            <p:ph type="body" sz="quarter" idx="29" hasCustomPrompt="1"/>
          </p:nvPr>
        </p:nvSpPr>
        <p:spPr>
          <a:xfrm>
            <a:off x="4457761" y="6297533"/>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Name ]</a:t>
            </a:r>
          </a:p>
        </p:txBody>
      </p:sp>
      <p:sp>
        <p:nvSpPr>
          <p:cNvPr id="43" name="Text Placeholder 2">
            <a:extLst>
              <a:ext uri="{FF2B5EF4-FFF2-40B4-BE49-F238E27FC236}">
                <a16:creationId xmlns:a16="http://schemas.microsoft.com/office/drawing/2014/main" id="{E6387953-0D44-EE47-A1CB-1522E06B3C16}"/>
              </a:ext>
            </a:extLst>
          </p:cNvPr>
          <p:cNvSpPr>
            <a:spLocks noGrp="1"/>
          </p:cNvSpPr>
          <p:nvPr>
            <p:ph type="body" sz="quarter" idx="30" hasCustomPrompt="1"/>
          </p:nvPr>
        </p:nvSpPr>
        <p:spPr>
          <a:xfrm>
            <a:off x="4457761" y="6447592"/>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 Title ]</a:t>
            </a:r>
          </a:p>
        </p:txBody>
      </p:sp>
      <p:sp>
        <p:nvSpPr>
          <p:cNvPr id="44" name="Text Placeholder 2">
            <a:extLst>
              <a:ext uri="{FF2B5EF4-FFF2-40B4-BE49-F238E27FC236}">
                <a16:creationId xmlns:a16="http://schemas.microsoft.com/office/drawing/2014/main" id="{C6EFC267-9A9A-3341-84AA-6203CF8CDC3F}"/>
              </a:ext>
            </a:extLst>
          </p:cNvPr>
          <p:cNvSpPr>
            <a:spLocks noGrp="1"/>
          </p:cNvSpPr>
          <p:nvPr>
            <p:ph type="body" sz="quarter" idx="31" hasCustomPrompt="1"/>
          </p:nvPr>
        </p:nvSpPr>
        <p:spPr>
          <a:xfrm>
            <a:off x="8898084" y="6297533"/>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(000) 000-0000</a:t>
            </a:r>
          </a:p>
        </p:txBody>
      </p:sp>
      <p:sp>
        <p:nvSpPr>
          <p:cNvPr id="45" name="Text Placeholder 2">
            <a:extLst>
              <a:ext uri="{FF2B5EF4-FFF2-40B4-BE49-F238E27FC236}">
                <a16:creationId xmlns:a16="http://schemas.microsoft.com/office/drawing/2014/main" id="{F24CA3D2-C34D-0F44-A83E-3E5FA919BEA5}"/>
              </a:ext>
            </a:extLst>
          </p:cNvPr>
          <p:cNvSpPr>
            <a:spLocks noGrp="1"/>
          </p:cNvSpPr>
          <p:nvPr>
            <p:ph type="body" sz="quarter" idx="32" hasCustomPrompt="1"/>
          </p:nvPr>
        </p:nvSpPr>
        <p:spPr>
          <a:xfrm>
            <a:off x="8898084" y="6447592"/>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name@slalom.com</a:t>
            </a:r>
          </a:p>
        </p:txBody>
      </p:sp>
      <p:sp>
        <p:nvSpPr>
          <p:cNvPr id="37" name="Text Placeholder 43">
            <a:extLst>
              <a:ext uri="{FF2B5EF4-FFF2-40B4-BE49-F238E27FC236}">
                <a16:creationId xmlns:a16="http://schemas.microsoft.com/office/drawing/2014/main" id="{A7F17F50-4A8B-EA43-ACF4-D46E7180FAD3}"/>
              </a:ext>
            </a:extLst>
          </p:cNvPr>
          <p:cNvSpPr>
            <a:spLocks noGrp="1"/>
          </p:cNvSpPr>
          <p:nvPr>
            <p:ph type="body" sz="quarter" idx="42" hasCustomPrompt="1"/>
          </p:nvPr>
        </p:nvSpPr>
        <p:spPr>
          <a:xfrm>
            <a:off x="466739"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46" name="Text Placeholder 43">
            <a:extLst>
              <a:ext uri="{FF2B5EF4-FFF2-40B4-BE49-F238E27FC236}">
                <a16:creationId xmlns:a16="http://schemas.microsoft.com/office/drawing/2014/main" id="{DDB4466A-3528-FE4B-BA99-D5F610D932D3}"/>
              </a:ext>
            </a:extLst>
          </p:cNvPr>
          <p:cNvSpPr>
            <a:spLocks noGrp="1"/>
          </p:cNvSpPr>
          <p:nvPr>
            <p:ph type="body" sz="quarter" idx="43" hasCustomPrompt="1"/>
          </p:nvPr>
        </p:nvSpPr>
        <p:spPr>
          <a:xfrm>
            <a:off x="2396919"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49" name="Text Placeholder 43">
            <a:extLst>
              <a:ext uri="{FF2B5EF4-FFF2-40B4-BE49-F238E27FC236}">
                <a16:creationId xmlns:a16="http://schemas.microsoft.com/office/drawing/2014/main" id="{7C9B823D-F087-4F45-9470-543788EBC803}"/>
              </a:ext>
            </a:extLst>
          </p:cNvPr>
          <p:cNvSpPr>
            <a:spLocks noGrp="1"/>
          </p:cNvSpPr>
          <p:nvPr>
            <p:ph type="body" sz="quarter" idx="44" hasCustomPrompt="1"/>
          </p:nvPr>
        </p:nvSpPr>
        <p:spPr>
          <a:xfrm>
            <a:off x="4327100"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outcome. Keep it short and sweet and use pull out statistics or quotes to create a more compelling case. </a:t>
            </a:r>
          </a:p>
        </p:txBody>
      </p:sp>
      <p:cxnSp>
        <p:nvCxnSpPr>
          <p:cNvPr id="50" name="Straight Connector 49">
            <a:extLst>
              <a:ext uri="{FF2B5EF4-FFF2-40B4-BE49-F238E27FC236}">
                <a16:creationId xmlns:a16="http://schemas.microsoft.com/office/drawing/2014/main" id="{B51D74A7-2E97-B847-8097-294245D79AF2}"/>
              </a:ext>
            </a:extLst>
          </p:cNvPr>
          <p:cNvCxnSpPr>
            <a:cxnSpLocks/>
          </p:cNvCxnSpPr>
          <p:nvPr userDrawn="1"/>
        </p:nvCxnSpPr>
        <p:spPr>
          <a:xfrm flipH="1">
            <a:off x="381001"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E689849-3F2A-E24E-A584-5267552B664B}"/>
              </a:ext>
            </a:extLst>
          </p:cNvPr>
          <p:cNvCxnSpPr>
            <a:cxnSpLocks/>
          </p:cNvCxnSpPr>
          <p:nvPr userDrawn="1"/>
        </p:nvCxnSpPr>
        <p:spPr>
          <a:xfrm flipH="1">
            <a:off x="2396330"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E122D90-0762-DE43-87D0-C24D5AFE64AB}"/>
              </a:ext>
            </a:extLst>
          </p:cNvPr>
          <p:cNvCxnSpPr>
            <a:cxnSpLocks/>
          </p:cNvCxnSpPr>
          <p:nvPr userDrawn="1"/>
        </p:nvCxnSpPr>
        <p:spPr>
          <a:xfrm flipH="1">
            <a:off x="4333460"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37974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SPRO Template 3">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AE85F70-F665-2F4C-9430-60DE229F1BC6}"/>
              </a:ext>
            </a:extLst>
          </p:cNvPr>
          <p:cNvSpPr>
            <a:spLocks noGrp="1"/>
          </p:cNvSpPr>
          <p:nvPr>
            <p:ph type="body" sz="quarter" idx="41"/>
          </p:nvPr>
        </p:nvSpPr>
        <p:spPr>
          <a:xfrm>
            <a:off x="8043455" y="3072010"/>
            <a:ext cx="3754089" cy="1535971"/>
          </a:xfrm>
        </p:spPr>
        <p:txBody>
          <a:bodyPr/>
          <a:lstStyle>
            <a:lvl1pPr marL="0" marR="0" indent="0" algn="l" defTabSz="926127" rtl="0" eaLnBrk="1" fontAlgn="auto" latinLnBrk="0" hangingPunct="1">
              <a:lnSpc>
                <a:spcPct val="110000"/>
              </a:lnSpc>
              <a:spcBef>
                <a:spcPts val="409"/>
              </a:spcBef>
              <a:spcAft>
                <a:spcPts val="0"/>
              </a:spcAft>
              <a:buClrTx/>
              <a:buSzTx/>
              <a:buFontTx/>
              <a:buNone/>
              <a:tabLst/>
              <a:defRPr sz="955">
                <a:solidFill>
                  <a:schemeClr val="accent2"/>
                </a:solidFill>
              </a:defRPr>
            </a:lvl1pPr>
          </a:lstStyle>
          <a:p>
            <a:pPr lvl="0"/>
            <a:r>
              <a:rPr lang="en-US"/>
              <a:t>Click to edit Master text styles</a:t>
            </a:r>
          </a:p>
        </p:txBody>
      </p:sp>
      <p:grpSp>
        <p:nvGrpSpPr>
          <p:cNvPr id="56" name="Group 55">
            <a:extLst>
              <a:ext uri="{FF2B5EF4-FFF2-40B4-BE49-F238E27FC236}">
                <a16:creationId xmlns:a16="http://schemas.microsoft.com/office/drawing/2014/main" id="{33F47D19-4247-8949-B2FD-C1BA0D5116FE}"/>
              </a:ext>
            </a:extLst>
          </p:cNvPr>
          <p:cNvGrpSpPr>
            <a:grpSpLocks noChangeAspect="1"/>
          </p:cNvGrpSpPr>
          <p:nvPr userDrawn="1"/>
        </p:nvGrpSpPr>
        <p:grpSpPr>
          <a:xfrm>
            <a:off x="378868" y="6303276"/>
            <a:ext cx="880210" cy="228201"/>
            <a:chOff x="4724400" y="3073400"/>
            <a:chExt cx="2743200" cy="711200"/>
          </a:xfrm>
          <a:solidFill>
            <a:schemeClr val="tx1"/>
          </a:solidFill>
        </p:grpSpPr>
        <p:sp>
          <p:nvSpPr>
            <p:cNvPr id="61" name="Freeform 5">
              <a:extLst>
                <a:ext uri="{FF2B5EF4-FFF2-40B4-BE49-F238E27FC236}">
                  <a16:creationId xmlns:a16="http://schemas.microsoft.com/office/drawing/2014/main" id="{42E66E4F-B831-B145-A80A-6FFBF020909E}"/>
                </a:ext>
              </a:extLst>
            </p:cNvPr>
            <p:cNvSpPr>
              <a:spLocks/>
            </p:cNvSpPr>
            <p:nvPr/>
          </p:nvSpPr>
          <p:spPr bwMode="auto">
            <a:xfrm>
              <a:off x="5222875" y="3073400"/>
              <a:ext cx="133350" cy="698500"/>
            </a:xfrm>
            <a:custGeom>
              <a:avLst/>
              <a:gdLst>
                <a:gd name="T0" fmla="*/ 0 w 84"/>
                <a:gd name="T1" fmla="*/ 406 h 440"/>
                <a:gd name="T2" fmla="*/ 0 w 84"/>
                <a:gd name="T3" fmla="*/ 406 h 440"/>
                <a:gd name="T4" fmla="*/ 0 w 84"/>
                <a:gd name="T5" fmla="*/ 412 h 440"/>
                <a:gd name="T6" fmla="*/ 2 w 84"/>
                <a:gd name="T7" fmla="*/ 418 h 440"/>
                <a:gd name="T8" fmla="*/ 6 w 84"/>
                <a:gd name="T9" fmla="*/ 424 h 440"/>
                <a:gd name="T10" fmla="*/ 10 w 84"/>
                <a:gd name="T11" fmla="*/ 430 h 440"/>
                <a:gd name="T12" fmla="*/ 14 w 84"/>
                <a:gd name="T13" fmla="*/ 434 h 440"/>
                <a:gd name="T14" fmla="*/ 20 w 84"/>
                <a:gd name="T15" fmla="*/ 438 h 440"/>
                <a:gd name="T16" fmla="*/ 28 w 84"/>
                <a:gd name="T17" fmla="*/ 440 h 440"/>
                <a:gd name="T18" fmla="*/ 34 w 84"/>
                <a:gd name="T19" fmla="*/ 440 h 440"/>
                <a:gd name="T20" fmla="*/ 84 w 84"/>
                <a:gd name="T21" fmla="*/ 440 h 440"/>
                <a:gd name="T22" fmla="*/ 84 w 84"/>
                <a:gd name="T23" fmla="*/ 0 h 440"/>
                <a:gd name="T24" fmla="*/ 0 w 84"/>
                <a:gd name="T25" fmla="*/ 0 h 440"/>
                <a:gd name="T26" fmla="*/ 0 w 84"/>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40">
                  <a:moveTo>
                    <a:pt x="0" y="406"/>
                  </a:moveTo>
                  <a:lnTo>
                    <a:pt x="0" y="406"/>
                  </a:lnTo>
                  <a:lnTo>
                    <a:pt x="0" y="412"/>
                  </a:lnTo>
                  <a:lnTo>
                    <a:pt x="2" y="418"/>
                  </a:lnTo>
                  <a:lnTo>
                    <a:pt x="6" y="424"/>
                  </a:lnTo>
                  <a:lnTo>
                    <a:pt x="10" y="430"/>
                  </a:lnTo>
                  <a:lnTo>
                    <a:pt x="14" y="434"/>
                  </a:lnTo>
                  <a:lnTo>
                    <a:pt x="20" y="438"/>
                  </a:lnTo>
                  <a:lnTo>
                    <a:pt x="28" y="440"/>
                  </a:lnTo>
                  <a:lnTo>
                    <a:pt x="34" y="440"/>
                  </a:lnTo>
                  <a:lnTo>
                    <a:pt x="84" y="440"/>
                  </a:lnTo>
                  <a:lnTo>
                    <a:pt x="84"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3" name="Freeform 6">
              <a:extLst>
                <a:ext uri="{FF2B5EF4-FFF2-40B4-BE49-F238E27FC236}">
                  <a16:creationId xmlns:a16="http://schemas.microsoft.com/office/drawing/2014/main" id="{6A9E2B66-F4B1-4A46-8856-280A98B419C1}"/>
                </a:ext>
              </a:extLst>
            </p:cNvPr>
            <p:cNvSpPr>
              <a:spLocks noEditPoints="1"/>
            </p:cNvSpPr>
            <p:nvPr/>
          </p:nvSpPr>
          <p:spPr bwMode="auto">
            <a:xfrm>
              <a:off x="5378450" y="3257550"/>
              <a:ext cx="523875" cy="527050"/>
            </a:xfrm>
            <a:custGeom>
              <a:avLst/>
              <a:gdLst>
                <a:gd name="T0" fmla="*/ 248 w 330"/>
                <a:gd name="T1" fmla="*/ 42 h 332"/>
                <a:gd name="T2" fmla="*/ 230 w 330"/>
                <a:gd name="T3" fmla="*/ 26 h 332"/>
                <a:gd name="T4" fmla="*/ 208 w 330"/>
                <a:gd name="T5" fmla="*/ 12 h 332"/>
                <a:gd name="T6" fmla="*/ 184 w 330"/>
                <a:gd name="T7" fmla="*/ 2 h 332"/>
                <a:gd name="T8" fmla="*/ 154 w 330"/>
                <a:gd name="T9" fmla="*/ 0 h 332"/>
                <a:gd name="T10" fmla="*/ 138 w 330"/>
                <a:gd name="T11" fmla="*/ 0 h 332"/>
                <a:gd name="T12" fmla="*/ 106 w 330"/>
                <a:gd name="T13" fmla="*/ 6 h 332"/>
                <a:gd name="T14" fmla="*/ 80 w 330"/>
                <a:gd name="T15" fmla="*/ 18 h 332"/>
                <a:gd name="T16" fmla="*/ 54 w 330"/>
                <a:gd name="T17" fmla="*/ 36 h 332"/>
                <a:gd name="T18" fmla="*/ 34 w 330"/>
                <a:gd name="T19" fmla="*/ 58 h 332"/>
                <a:gd name="T20" fmla="*/ 18 w 330"/>
                <a:gd name="T21" fmla="*/ 86 h 332"/>
                <a:gd name="T22" fmla="*/ 6 w 330"/>
                <a:gd name="T23" fmla="*/ 116 h 332"/>
                <a:gd name="T24" fmla="*/ 0 w 330"/>
                <a:gd name="T25" fmla="*/ 148 h 332"/>
                <a:gd name="T26" fmla="*/ 0 w 330"/>
                <a:gd name="T27" fmla="*/ 166 h 332"/>
                <a:gd name="T28" fmla="*/ 4 w 330"/>
                <a:gd name="T29" fmla="*/ 200 h 332"/>
                <a:gd name="T30" fmla="*/ 12 w 330"/>
                <a:gd name="T31" fmla="*/ 232 h 332"/>
                <a:gd name="T32" fmla="*/ 26 w 330"/>
                <a:gd name="T33" fmla="*/ 260 h 332"/>
                <a:gd name="T34" fmla="*/ 44 w 330"/>
                <a:gd name="T35" fmla="*/ 284 h 332"/>
                <a:gd name="T36" fmla="*/ 66 w 330"/>
                <a:gd name="T37" fmla="*/ 304 h 332"/>
                <a:gd name="T38" fmla="*/ 92 w 330"/>
                <a:gd name="T39" fmla="*/ 320 h 332"/>
                <a:gd name="T40" fmla="*/ 122 w 330"/>
                <a:gd name="T41" fmla="*/ 328 h 332"/>
                <a:gd name="T42" fmla="*/ 154 w 330"/>
                <a:gd name="T43" fmla="*/ 332 h 332"/>
                <a:gd name="T44" fmla="*/ 168 w 330"/>
                <a:gd name="T45" fmla="*/ 332 h 332"/>
                <a:gd name="T46" fmla="*/ 196 w 330"/>
                <a:gd name="T47" fmla="*/ 324 h 332"/>
                <a:gd name="T48" fmla="*/ 220 w 330"/>
                <a:gd name="T49" fmla="*/ 314 h 332"/>
                <a:gd name="T50" fmla="*/ 240 w 330"/>
                <a:gd name="T51" fmla="*/ 298 h 332"/>
                <a:gd name="T52" fmla="*/ 248 w 330"/>
                <a:gd name="T53" fmla="*/ 290 h 332"/>
                <a:gd name="T54" fmla="*/ 248 w 330"/>
                <a:gd name="T55" fmla="*/ 296 h 332"/>
                <a:gd name="T56" fmla="*/ 254 w 330"/>
                <a:gd name="T57" fmla="*/ 308 h 332"/>
                <a:gd name="T58" fmla="*/ 262 w 330"/>
                <a:gd name="T59" fmla="*/ 318 h 332"/>
                <a:gd name="T60" fmla="*/ 276 w 330"/>
                <a:gd name="T61" fmla="*/ 324 h 332"/>
                <a:gd name="T62" fmla="*/ 330 w 330"/>
                <a:gd name="T63" fmla="*/ 324 h 332"/>
                <a:gd name="T64" fmla="*/ 248 w 330"/>
                <a:gd name="T65" fmla="*/ 8 h 332"/>
                <a:gd name="T66" fmla="*/ 168 w 330"/>
                <a:gd name="T67" fmla="*/ 252 h 332"/>
                <a:gd name="T68" fmla="*/ 150 w 330"/>
                <a:gd name="T69" fmla="*/ 250 h 332"/>
                <a:gd name="T70" fmla="*/ 122 w 330"/>
                <a:gd name="T71" fmla="*/ 238 h 332"/>
                <a:gd name="T72" fmla="*/ 100 w 330"/>
                <a:gd name="T73" fmla="*/ 214 h 332"/>
                <a:gd name="T74" fmla="*/ 88 w 330"/>
                <a:gd name="T75" fmla="*/ 184 h 332"/>
                <a:gd name="T76" fmla="*/ 88 w 330"/>
                <a:gd name="T77" fmla="*/ 166 h 332"/>
                <a:gd name="T78" fmla="*/ 92 w 330"/>
                <a:gd name="T79" fmla="*/ 132 h 332"/>
                <a:gd name="T80" fmla="*/ 110 w 330"/>
                <a:gd name="T81" fmla="*/ 104 h 332"/>
                <a:gd name="T82" fmla="*/ 134 w 330"/>
                <a:gd name="T83" fmla="*/ 86 h 332"/>
                <a:gd name="T84" fmla="*/ 168 w 330"/>
                <a:gd name="T85" fmla="*/ 78 h 332"/>
                <a:gd name="T86" fmla="*/ 186 w 330"/>
                <a:gd name="T87" fmla="*/ 80 h 332"/>
                <a:gd name="T88" fmla="*/ 216 w 330"/>
                <a:gd name="T89" fmla="*/ 94 h 332"/>
                <a:gd name="T90" fmla="*/ 238 w 330"/>
                <a:gd name="T91" fmla="*/ 116 h 332"/>
                <a:gd name="T92" fmla="*/ 248 w 330"/>
                <a:gd name="T93" fmla="*/ 148 h 332"/>
                <a:gd name="T94" fmla="*/ 250 w 330"/>
                <a:gd name="T95" fmla="*/ 166 h 332"/>
                <a:gd name="T96" fmla="*/ 244 w 330"/>
                <a:gd name="T97" fmla="*/ 200 h 332"/>
                <a:gd name="T98" fmla="*/ 228 w 330"/>
                <a:gd name="T99" fmla="*/ 228 h 332"/>
                <a:gd name="T100" fmla="*/ 202 w 330"/>
                <a:gd name="T101" fmla="*/ 246 h 332"/>
                <a:gd name="T102" fmla="*/ 168 w 330"/>
                <a:gd name="T103"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0" h="332">
                  <a:moveTo>
                    <a:pt x="248" y="42"/>
                  </a:moveTo>
                  <a:lnTo>
                    <a:pt x="248" y="42"/>
                  </a:lnTo>
                  <a:lnTo>
                    <a:pt x="240" y="34"/>
                  </a:lnTo>
                  <a:lnTo>
                    <a:pt x="230" y="26"/>
                  </a:lnTo>
                  <a:lnTo>
                    <a:pt x="220" y="18"/>
                  </a:lnTo>
                  <a:lnTo>
                    <a:pt x="208" y="12"/>
                  </a:lnTo>
                  <a:lnTo>
                    <a:pt x="196" y="6"/>
                  </a:lnTo>
                  <a:lnTo>
                    <a:pt x="184" y="2"/>
                  </a:lnTo>
                  <a:lnTo>
                    <a:pt x="168" y="0"/>
                  </a:lnTo>
                  <a:lnTo>
                    <a:pt x="154" y="0"/>
                  </a:lnTo>
                  <a:lnTo>
                    <a:pt x="154" y="0"/>
                  </a:lnTo>
                  <a:lnTo>
                    <a:pt x="138" y="0"/>
                  </a:lnTo>
                  <a:lnTo>
                    <a:pt x="122" y="2"/>
                  </a:lnTo>
                  <a:lnTo>
                    <a:pt x="106" y="6"/>
                  </a:lnTo>
                  <a:lnTo>
                    <a:pt x="92" y="12"/>
                  </a:lnTo>
                  <a:lnTo>
                    <a:pt x="80" y="18"/>
                  </a:lnTo>
                  <a:lnTo>
                    <a:pt x="66" y="28"/>
                  </a:lnTo>
                  <a:lnTo>
                    <a:pt x="54" y="36"/>
                  </a:lnTo>
                  <a:lnTo>
                    <a:pt x="44" y="48"/>
                  </a:lnTo>
                  <a:lnTo>
                    <a:pt x="34" y="58"/>
                  </a:lnTo>
                  <a:lnTo>
                    <a:pt x="26" y="72"/>
                  </a:lnTo>
                  <a:lnTo>
                    <a:pt x="18" y="86"/>
                  </a:lnTo>
                  <a:lnTo>
                    <a:pt x="12" y="100"/>
                  </a:lnTo>
                  <a:lnTo>
                    <a:pt x="6" y="116"/>
                  </a:lnTo>
                  <a:lnTo>
                    <a:pt x="4" y="132"/>
                  </a:lnTo>
                  <a:lnTo>
                    <a:pt x="0" y="148"/>
                  </a:lnTo>
                  <a:lnTo>
                    <a:pt x="0" y="166"/>
                  </a:lnTo>
                  <a:lnTo>
                    <a:pt x="0" y="166"/>
                  </a:lnTo>
                  <a:lnTo>
                    <a:pt x="0" y="184"/>
                  </a:lnTo>
                  <a:lnTo>
                    <a:pt x="4" y="200"/>
                  </a:lnTo>
                  <a:lnTo>
                    <a:pt x="6" y="216"/>
                  </a:lnTo>
                  <a:lnTo>
                    <a:pt x="12" y="232"/>
                  </a:lnTo>
                  <a:lnTo>
                    <a:pt x="18" y="246"/>
                  </a:lnTo>
                  <a:lnTo>
                    <a:pt x="26" y="260"/>
                  </a:lnTo>
                  <a:lnTo>
                    <a:pt x="34" y="272"/>
                  </a:lnTo>
                  <a:lnTo>
                    <a:pt x="44" y="284"/>
                  </a:lnTo>
                  <a:lnTo>
                    <a:pt x="54" y="294"/>
                  </a:lnTo>
                  <a:lnTo>
                    <a:pt x="66" y="304"/>
                  </a:lnTo>
                  <a:lnTo>
                    <a:pt x="80" y="312"/>
                  </a:lnTo>
                  <a:lnTo>
                    <a:pt x="92" y="320"/>
                  </a:lnTo>
                  <a:lnTo>
                    <a:pt x="106" y="324"/>
                  </a:lnTo>
                  <a:lnTo>
                    <a:pt x="122" y="328"/>
                  </a:lnTo>
                  <a:lnTo>
                    <a:pt x="138" y="332"/>
                  </a:lnTo>
                  <a:lnTo>
                    <a:pt x="154" y="332"/>
                  </a:lnTo>
                  <a:lnTo>
                    <a:pt x="154" y="332"/>
                  </a:lnTo>
                  <a:lnTo>
                    <a:pt x="168" y="332"/>
                  </a:lnTo>
                  <a:lnTo>
                    <a:pt x="184" y="328"/>
                  </a:lnTo>
                  <a:lnTo>
                    <a:pt x="196" y="324"/>
                  </a:lnTo>
                  <a:lnTo>
                    <a:pt x="208" y="320"/>
                  </a:lnTo>
                  <a:lnTo>
                    <a:pt x="220" y="314"/>
                  </a:lnTo>
                  <a:lnTo>
                    <a:pt x="230" y="306"/>
                  </a:lnTo>
                  <a:lnTo>
                    <a:pt x="240" y="298"/>
                  </a:lnTo>
                  <a:lnTo>
                    <a:pt x="248" y="288"/>
                  </a:lnTo>
                  <a:lnTo>
                    <a:pt x="248" y="290"/>
                  </a:lnTo>
                  <a:lnTo>
                    <a:pt x="248" y="290"/>
                  </a:lnTo>
                  <a:lnTo>
                    <a:pt x="248" y="296"/>
                  </a:lnTo>
                  <a:lnTo>
                    <a:pt x="250" y="302"/>
                  </a:lnTo>
                  <a:lnTo>
                    <a:pt x="254" y="308"/>
                  </a:lnTo>
                  <a:lnTo>
                    <a:pt x="258" y="314"/>
                  </a:lnTo>
                  <a:lnTo>
                    <a:pt x="262" y="318"/>
                  </a:lnTo>
                  <a:lnTo>
                    <a:pt x="268" y="322"/>
                  </a:lnTo>
                  <a:lnTo>
                    <a:pt x="276" y="324"/>
                  </a:lnTo>
                  <a:lnTo>
                    <a:pt x="282" y="324"/>
                  </a:lnTo>
                  <a:lnTo>
                    <a:pt x="330" y="324"/>
                  </a:lnTo>
                  <a:lnTo>
                    <a:pt x="330" y="8"/>
                  </a:lnTo>
                  <a:lnTo>
                    <a:pt x="248" y="8"/>
                  </a:lnTo>
                  <a:lnTo>
                    <a:pt x="248" y="42"/>
                  </a:lnTo>
                  <a:close/>
                  <a:moveTo>
                    <a:pt x="168" y="252"/>
                  </a:moveTo>
                  <a:lnTo>
                    <a:pt x="168" y="252"/>
                  </a:lnTo>
                  <a:lnTo>
                    <a:pt x="150" y="250"/>
                  </a:lnTo>
                  <a:lnTo>
                    <a:pt x="134" y="246"/>
                  </a:lnTo>
                  <a:lnTo>
                    <a:pt x="122" y="238"/>
                  </a:lnTo>
                  <a:lnTo>
                    <a:pt x="110" y="228"/>
                  </a:lnTo>
                  <a:lnTo>
                    <a:pt x="100" y="214"/>
                  </a:lnTo>
                  <a:lnTo>
                    <a:pt x="92" y="200"/>
                  </a:lnTo>
                  <a:lnTo>
                    <a:pt x="88" y="184"/>
                  </a:lnTo>
                  <a:lnTo>
                    <a:pt x="88" y="166"/>
                  </a:lnTo>
                  <a:lnTo>
                    <a:pt x="88" y="166"/>
                  </a:lnTo>
                  <a:lnTo>
                    <a:pt x="88" y="148"/>
                  </a:lnTo>
                  <a:lnTo>
                    <a:pt x="92" y="132"/>
                  </a:lnTo>
                  <a:lnTo>
                    <a:pt x="100" y="116"/>
                  </a:lnTo>
                  <a:lnTo>
                    <a:pt x="110" y="104"/>
                  </a:lnTo>
                  <a:lnTo>
                    <a:pt x="122" y="94"/>
                  </a:lnTo>
                  <a:lnTo>
                    <a:pt x="134" y="86"/>
                  </a:lnTo>
                  <a:lnTo>
                    <a:pt x="150" y="80"/>
                  </a:lnTo>
                  <a:lnTo>
                    <a:pt x="168" y="78"/>
                  </a:lnTo>
                  <a:lnTo>
                    <a:pt x="168" y="78"/>
                  </a:lnTo>
                  <a:lnTo>
                    <a:pt x="186" y="80"/>
                  </a:lnTo>
                  <a:lnTo>
                    <a:pt x="202" y="86"/>
                  </a:lnTo>
                  <a:lnTo>
                    <a:pt x="216" y="94"/>
                  </a:lnTo>
                  <a:lnTo>
                    <a:pt x="228" y="104"/>
                  </a:lnTo>
                  <a:lnTo>
                    <a:pt x="238" y="116"/>
                  </a:lnTo>
                  <a:lnTo>
                    <a:pt x="244" y="132"/>
                  </a:lnTo>
                  <a:lnTo>
                    <a:pt x="248" y="148"/>
                  </a:lnTo>
                  <a:lnTo>
                    <a:pt x="250" y="166"/>
                  </a:lnTo>
                  <a:lnTo>
                    <a:pt x="250" y="166"/>
                  </a:lnTo>
                  <a:lnTo>
                    <a:pt x="248" y="184"/>
                  </a:lnTo>
                  <a:lnTo>
                    <a:pt x="244" y="200"/>
                  </a:lnTo>
                  <a:lnTo>
                    <a:pt x="238" y="216"/>
                  </a:lnTo>
                  <a:lnTo>
                    <a:pt x="228" y="228"/>
                  </a:lnTo>
                  <a:lnTo>
                    <a:pt x="216" y="238"/>
                  </a:lnTo>
                  <a:lnTo>
                    <a:pt x="202" y="246"/>
                  </a:lnTo>
                  <a:lnTo>
                    <a:pt x="186" y="252"/>
                  </a:lnTo>
                  <a:lnTo>
                    <a:pt x="168" y="252"/>
                  </a:lnTo>
                  <a:lnTo>
                    <a:pt x="168"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4" name="Freeform 7">
              <a:extLst>
                <a:ext uri="{FF2B5EF4-FFF2-40B4-BE49-F238E27FC236}">
                  <a16:creationId xmlns:a16="http://schemas.microsoft.com/office/drawing/2014/main" id="{9614E1BC-06B8-7542-930F-48A339B66F2A}"/>
                </a:ext>
              </a:extLst>
            </p:cNvPr>
            <p:cNvSpPr>
              <a:spLocks/>
            </p:cNvSpPr>
            <p:nvPr/>
          </p:nvSpPr>
          <p:spPr bwMode="auto">
            <a:xfrm>
              <a:off x="5937250" y="3073400"/>
              <a:ext cx="136525" cy="698500"/>
            </a:xfrm>
            <a:custGeom>
              <a:avLst/>
              <a:gdLst>
                <a:gd name="T0" fmla="*/ 0 w 86"/>
                <a:gd name="T1" fmla="*/ 406 h 440"/>
                <a:gd name="T2" fmla="*/ 0 w 86"/>
                <a:gd name="T3" fmla="*/ 406 h 440"/>
                <a:gd name="T4" fmla="*/ 2 w 86"/>
                <a:gd name="T5" fmla="*/ 412 h 440"/>
                <a:gd name="T6" fmla="*/ 4 w 86"/>
                <a:gd name="T7" fmla="*/ 418 h 440"/>
                <a:gd name="T8" fmla="*/ 6 w 86"/>
                <a:gd name="T9" fmla="*/ 424 h 440"/>
                <a:gd name="T10" fmla="*/ 12 w 86"/>
                <a:gd name="T11" fmla="*/ 430 h 440"/>
                <a:gd name="T12" fmla="*/ 16 w 86"/>
                <a:gd name="T13" fmla="*/ 434 h 440"/>
                <a:gd name="T14" fmla="*/ 22 w 86"/>
                <a:gd name="T15" fmla="*/ 438 h 440"/>
                <a:gd name="T16" fmla="*/ 28 w 86"/>
                <a:gd name="T17" fmla="*/ 440 h 440"/>
                <a:gd name="T18" fmla="*/ 36 w 86"/>
                <a:gd name="T19" fmla="*/ 440 h 440"/>
                <a:gd name="T20" fmla="*/ 86 w 86"/>
                <a:gd name="T21" fmla="*/ 440 h 440"/>
                <a:gd name="T22" fmla="*/ 86 w 86"/>
                <a:gd name="T23" fmla="*/ 0 h 440"/>
                <a:gd name="T24" fmla="*/ 0 w 86"/>
                <a:gd name="T25" fmla="*/ 0 h 440"/>
                <a:gd name="T26" fmla="*/ 0 w 86"/>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440">
                  <a:moveTo>
                    <a:pt x="0" y="406"/>
                  </a:moveTo>
                  <a:lnTo>
                    <a:pt x="0" y="406"/>
                  </a:lnTo>
                  <a:lnTo>
                    <a:pt x="2" y="412"/>
                  </a:lnTo>
                  <a:lnTo>
                    <a:pt x="4" y="418"/>
                  </a:lnTo>
                  <a:lnTo>
                    <a:pt x="6" y="424"/>
                  </a:lnTo>
                  <a:lnTo>
                    <a:pt x="12" y="430"/>
                  </a:lnTo>
                  <a:lnTo>
                    <a:pt x="16" y="434"/>
                  </a:lnTo>
                  <a:lnTo>
                    <a:pt x="22" y="438"/>
                  </a:lnTo>
                  <a:lnTo>
                    <a:pt x="28" y="440"/>
                  </a:lnTo>
                  <a:lnTo>
                    <a:pt x="36" y="440"/>
                  </a:lnTo>
                  <a:lnTo>
                    <a:pt x="86" y="440"/>
                  </a:lnTo>
                  <a:lnTo>
                    <a:pt x="86"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5" name="Freeform 8">
              <a:extLst>
                <a:ext uri="{FF2B5EF4-FFF2-40B4-BE49-F238E27FC236}">
                  <a16:creationId xmlns:a16="http://schemas.microsoft.com/office/drawing/2014/main" id="{2456D937-E0DA-8340-B4D1-C5CF4624EB85}"/>
                </a:ext>
              </a:extLst>
            </p:cNvPr>
            <p:cNvSpPr>
              <a:spLocks noEditPoints="1"/>
            </p:cNvSpPr>
            <p:nvPr/>
          </p:nvSpPr>
          <p:spPr bwMode="auto">
            <a:xfrm>
              <a:off x="6096000" y="3257550"/>
              <a:ext cx="539750" cy="527050"/>
            </a:xfrm>
            <a:custGeom>
              <a:avLst/>
              <a:gdLst>
                <a:gd name="T0" fmla="*/ 170 w 340"/>
                <a:gd name="T1" fmla="*/ 0 h 332"/>
                <a:gd name="T2" fmla="*/ 134 w 340"/>
                <a:gd name="T3" fmla="*/ 2 h 332"/>
                <a:gd name="T4" fmla="*/ 102 w 340"/>
                <a:gd name="T5" fmla="*/ 12 h 332"/>
                <a:gd name="T6" fmla="*/ 72 w 340"/>
                <a:gd name="T7" fmla="*/ 26 h 332"/>
                <a:gd name="T8" fmla="*/ 48 w 340"/>
                <a:gd name="T9" fmla="*/ 46 h 332"/>
                <a:gd name="T10" fmla="*/ 28 w 340"/>
                <a:gd name="T11" fmla="*/ 72 h 332"/>
                <a:gd name="T12" fmla="*/ 12 w 340"/>
                <a:gd name="T13" fmla="*/ 100 h 332"/>
                <a:gd name="T14" fmla="*/ 2 w 340"/>
                <a:gd name="T15" fmla="*/ 132 h 332"/>
                <a:gd name="T16" fmla="*/ 0 w 340"/>
                <a:gd name="T17" fmla="*/ 166 h 332"/>
                <a:gd name="T18" fmla="*/ 0 w 340"/>
                <a:gd name="T19" fmla="*/ 184 h 332"/>
                <a:gd name="T20" fmla="*/ 6 w 340"/>
                <a:gd name="T21" fmla="*/ 216 h 332"/>
                <a:gd name="T22" fmla="*/ 20 w 340"/>
                <a:gd name="T23" fmla="*/ 246 h 332"/>
                <a:gd name="T24" fmla="*/ 38 w 340"/>
                <a:gd name="T25" fmla="*/ 272 h 332"/>
                <a:gd name="T26" fmla="*/ 60 w 340"/>
                <a:gd name="T27" fmla="*/ 296 h 332"/>
                <a:gd name="T28" fmla="*/ 86 w 340"/>
                <a:gd name="T29" fmla="*/ 312 h 332"/>
                <a:gd name="T30" fmla="*/ 118 w 340"/>
                <a:gd name="T31" fmla="*/ 324 h 332"/>
                <a:gd name="T32" fmla="*/ 152 w 340"/>
                <a:gd name="T33" fmla="*/ 332 h 332"/>
                <a:gd name="T34" fmla="*/ 170 w 340"/>
                <a:gd name="T35" fmla="*/ 332 h 332"/>
                <a:gd name="T36" fmla="*/ 206 w 340"/>
                <a:gd name="T37" fmla="*/ 328 h 332"/>
                <a:gd name="T38" fmla="*/ 238 w 340"/>
                <a:gd name="T39" fmla="*/ 320 h 332"/>
                <a:gd name="T40" fmla="*/ 268 w 340"/>
                <a:gd name="T41" fmla="*/ 304 h 332"/>
                <a:gd name="T42" fmla="*/ 292 w 340"/>
                <a:gd name="T43" fmla="*/ 284 h 332"/>
                <a:gd name="T44" fmla="*/ 312 w 340"/>
                <a:gd name="T45" fmla="*/ 260 h 332"/>
                <a:gd name="T46" fmla="*/ 328 w 340"/>
                <a:gd name="T47" fmla="*/ 232 h 332"/>
                <a:gd name="T48" fmla="*/ 338 w 340"/>
                <a:gd name="T49" fmla="*/ 200 h 332"/>
                <a:gd name="T50" fmla="*/ 340 w 340"/>
                <a:gd name="T51" fmla="*/ 166 h 332"/>
                <a:gd name="T52" fmla="*/ 340 w 340"/>
                <a:gd name="T53" fmla="*/ 148 h 332"/>
                <a:gd name="T54" fmla="*/ 334 w 340"/>
                <a:gd name="T55" fmla="*/ 116 h 332"/>
                <a:gd name="T56" fmla="*/ 322 w 340"/>
                <a:gd name="T57" fmla="*/ 84 h 332"/>
                <a:gd name="T58" fmla="*/ 304 w 340"/>
                <a:gd name="T59" fmla="*/ 58 h 332"/>
                <a:gd name="T60" fmla="*/ 280 w 340"/>
                <a:gd name="T61" fmla="*/ 36 h 332"/>
                <a:gd name="T62" fmla="*/ 254 w 340"/>
                <a:gd name="T63" fmla="*/ 18 h 332"/>
                <a:gd name="T64" fmla="*/ 222 w 340"/>
                <a:gd name="T65" fmla="*/ 6 h 332"/>
                <a:gd name="T66" fmla="*/ 188 w 340"/>
                <a:gd name="T67" fmla="*/ 0 h 332"/>
                <a:gd name="T68" fmla="*/ 170 w 340"/>
                <a:gd name="T69" fmla="*/ 0 h 332"/>
                <a:gd name="T70" fmla="*/ 170 w 340"/>
                <a:gd name="T71" fmla="*/ 252 h 332"/>
                <a:gd name="T72" fmla="*/ 136 w 340"/>
                <a:gd name="T73" fmla="*/ 246 h 332"/>
                <a:gd name="T74" fmla="*/ 110 w 340"/>
                <a:gd name="T75" fmla="*/ 228 h 332"/>
                <a:gd name="T76" fmla="*/ 92 w 340"/>
                <a:gd name="T77" fmla="*/ 200 h 332"/>
                <a:gd name="T78" fmla="*/ 86 w 340"/>
                <a:gd name="T79" fmla="*/ 166 h 332"/>
                <a:gd name="T80" fmla="*/ 88 w 340"/>
                <a:gd name="T81" fmla="*/ 148 h 332"/>
                <a:gd name="T82" fmla="*/ 100 w 340"/>
                <a:gd name="T83" fmla="*/ 116 h 332"/>
                <a:gd name="T84" fmla="*/ 122 w 340"/>
                <a:gd name="T85" fmla="*/ 92 h 332"/>
                <a:gd name="T86" fmla="*/ 152 w 340"/>
                <a:gd name="T87" fmla="*/ 80 h 332"/>
                <a:gd name="T88" fmla="*/ 170 w 340"/>
                <a:gd name="T89" fmla="*/ 78 h 332"/>
                <a:gd name="T90" fmla="*/ 204 w 340"/>
                <a:gd name="T91" fmla="*/ 86 h 332"/>
                <a:gd name="T92" fmla="*/ 230 w 340"/>
                <a:gd name="T93" fmla="*/ 102 h 332"/>
                <a:gd name="T94" fmla="*/ 248 w 340"/>
                <a:gd name="T95" fmla="*/ 130 h 332"/>
                <a:gd name="T96" fmla="*/ 254 w 340"/>
                <a:gd name="T97" fmla="*/ 166 h 332"/>
                <a:gd name="T98" fmla="*/ 252 w 340"/>
                <a:gd name="T99" fmla="*/ 184 h 332"/>
                <a:gd name="T100" fmla="*/ 240 w 340"/>
                <a:gd name="T101" fmla="*/ 216 h 332"/>
                <a:gd name="T102" fmla="*/ 218 w 340"/>
                <a:gd name="T103" fmla="*/ 238 h 332"/>
                <a:gd name="T104" fmla="*/ 188 w 340"/>
                <a:gd name="T105" fmla="*/ 252 h 332"/>
                <a:gd name="T106" fmla="*/ 170 w 340"/>
                <a:gd name="T107"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0" h="332">
                  <a:moveTo>
                    <a:pt x="170" y="0"/>
                  </a:moveTo>
                  <a:lnTo>
                    <a:pt x="170" y="0"/>
                  </a:lnTo>
                  <a:lnTo>
                    <a:pt x="152" y="0"/>
                  </a:lnTo>
                  <a:lnTo>
                    <a:pt x="134" y="2"/>
                  </a:lnTo>
                  <a:lnTo>
                    <a:pt x="118" y="6"/>
                  </a:lnTo>
                  <a:lnTo>
                    <a:pt x="102" y="12"/>
                  </a:lnTo>
                  <a:lnTo>
                    <a:pt x="86" y="18"/>
                  </a:lnTo>
                  <a:lnTo>
                    <a:pt x="72" y="26"/>
                  </a:lnTo>
                  <a:lnTo>
                    <a:pt x="60" y="36"/>
                  </a:lnTo>
                  <a:lnTo>
                    <a:pt x="48" y="46"/>
                  </a:lnTo>
                  <a:lnTo>
                    <a:pt x="38" y="58"/>
                  </a:lnTo>
                  <a:lnTo>
                    <a:pt x="28" y="72"/>
                  </a:lnTo>
                  <a:lnTo>
                    <a:pt x="20" y="84"/>
                  </a:lnTo>
                  <a:lnTo>
                    <a:pt x="12" y="100"/>
                  </a:lnTo>
                  <a:lnTo>
                    <a:pt x="6" y="116"/>
                  </a:lnTo>
                  <a:lnTo>
                    <a:pt x="2" y="132"/>
                  </a:lnTo>
                  <a:lnTo>
                    <a:pt x="0" y="148"/>
                  </a:lnTo>
                  <a:lnTo>
                    <a:pt x="0" y="166"/>
                  </a:lnTo>
                  <a:lnTo>
                    <a:pt x="0" y="166"/>
                  </a:lnTo>
                  <a:lnTo>
                    <a:pt x="0" y="184"/>
                  </a:lnTo>
                  <a:lnTo>
                    <a:pt x="2" y="200"/>
                  </a:lnTo>
                  <a:lnTo>
                    <a:pt x="6" y="216"/>
                  </a:lnTo>
                  <a:lnTo>
                    <a:pt x="12" y="232"/>
                  </a:lnTo>
                  <a:lnTo>
                    <a:pt x="20" y="246"/>
                  </a:lnTo>
                  <a:lnTo>
                    <a:pt x="28" y="260"/>
                  </a:lnTo>
                  <a:lnTo>
                    <a:pt x="38" y="272"/>
                  </a:lnTo>
                  <a:lnTo>
                    <a:pt x="48" y="284"/>
                  </a:lnTo>
                  <a:lnTo>
                    <a:pt x="60" y="296"/>
                  </a:lnTo>
                  <a:lnTo>
                    <a:pt x="72" y="304"/>
                  </a:lnTo>
                  <a:lnTo>
                    <a:pt x="86" y="312"/>
                  </a:lnTo>
                  <a:lnTo>
                    <a:pt x="102" y="320"/>
                  </a:lnTo>
                  <a:lnTo>
                    <a:pt x="118" y="324"/>
                  </a:lnTo>
                  <a:lnTo>
                    <a:pt x="134" y="328"/>
                  </a:lnTo>
                  <a:lnTo>
                    <a:pt x="152" y="332"/>
                  </a:lnTo>
                  <a:lnTo>
                    <a:pt x="170" y="332"/>
                  </a:lnTo>
                  <a:lnTo>
                    <a:pt x="170" y="332"/>
                  </a:lnTo>
                  <a:lnTo>
                    <a:pt x="188" y="332"/>
                  </a:lnTo>
                  <a:lnTo>
                    <a:pt x="206" y="328"/>
                  </a:lnTo>
                  <a:lnTo>
                    <a:pt x="222" y="324"/>
                  </a:lnTo>
                  <a:lnTo>
                    <a:pt x="238" y="320"/>
                  </a:lnTo>
                  <a:lnTo>
                    <a:pt x="254" y="312"/>
                  </a:lnTo>
                  <a:lnTo>
                    <a:pt x="268" y="304"/>
                  </a:lnTo>
                  <a:lnTo>
                    <a:pt x="280" y="296"/>
                  </a:lnTo>
                  <a:lnTo>
                    <a:pt x="292" y="284"/>
                  </a:lnTo>
                  <a:lnTo>
                    <a:pt x="304" y="272"/>
                  </a:lnTo>
                  <a:lnTo>
                    <a:pt x="312" y="260"/>
                  </a:lnTo>
                  <a:lnTo>
                    <a:pt x="322" y="246"/>
                  </a:lnTo>
                  <a:lnTo>
                    <a:pt x="328" y="232"/>
                  </a:lnTo>
                  <a:lnTo>
                    <a:pt x="334" y="216"/>
                  </a:lnTo>
                  <a:lnTo>
                    <a:pt x="338" y="200"/>
                  </a:lnTo>
                  <a:lnTo>
                    <a:pt x="340" y="184"/>
                  </a:lnTo>
                  <a:lnTo>
                    <a:pt x="340" y="166"/>
                  </a:lnTo>
                  <a:lnTo>
                    <a:pt x="340" y="166"/>
                  </a:lnTo>
                  <a:lnTo>
                    <a:pt x="340" y="148"/>
                  </a:lnTo>
                  <a:lnTo>
                    <a:pt x="338" y="132"/>
                  </a:lnTo>
                  <a:lnTo>
                    <a:pt x="334" y="116"/>
                  </a:lnTo>
                  <a:lnTo>
                    <a:pt x="328" y="100"/>
                  </a:lnTo>
                  <a:lnTo>
                    <a:pt x="322" y="84"/>
                  </a:lnTo>
                  <a:lnTo>
                    <a:pt x="312" y="72"/>
                  </a:lnTo>
                  <a:lnTo>
                    <a:pt x="304" y="58"/>
                  </a:lnTo>
                  <a:lnTo>
                    <a:pt x="292" y="46"/>
                  </a:lnTo>
                  <a:lnTo>
                    <a:pt x="280" y="36"/>
                  </a:lnTo>
                  <a:lnTo>
                    <a:pt x="268" y="26"/>
                  </a:lnTo>
                  <a:lnTo>
                    <a:pt x="254" y="18"/>
                  </a:lnTo>
                  <a:lnTo>
                    <a:pt x="238" y="12"/>
                  </a:lnTo>
                  <a:lnTo>
                    <a:pt x="222" y="6"/>
                  </a:lnTo>
                  <a:lnTo>
                    <a:pt x="206" y="2"/>
                  </a:lnTo>
                  <a:lnTo>
                    <a:pt x="188" y="0"/>
                  </a:lnTo>
                  <a:lnTo>
                    <a:pt x="170" y="0"/>
                  </a:lnTo>
                  <a:lnTo>
                    <a:pt x="170" y="0"/>
                  </a:lnTo>
                  <a:close/>
                  <a:moveTo>
                    <a:pt x="170" y="252"/>
                  </a:moveTo>
                  <a:lnTo>
                    <a:pt x="170" y="252"/>
                  </a:lnTo>
                  <a:lnTo>
                    <a:pt x="152" y="252"/>
                  </a:lnTo>
                  <a:lnTo>
                    <a:pt x="136" y="246"/>
                  </a:lnTo>
                  <a:lnTo>
                    <a:pt x="122" y="238"/>
                  </a:lnTo>
                  <a:lnTo>
                    <a:pt x="110" y="228"/>
                  </a:lnTo>
                  <a:lnTo>
                    <a:pt x="100" y="216"/>
                  </a:lnTo>
                  <a:lnTo>
                    <a:pt x="92" y="200"/>
                  </a:lnTo>
                  <a:lnTo>
                    <a:pt x="88" y="184"/>
                  </a:lnTo>
                  <a:lnTo>
                    <a:pt x="86" y="166"/>
                  </a:lnTo>
                  <a:lnTo>
                    <a:pt x="86" y="166"/>
                  </a:lnTo>
                  <a:lnTo>
                    <a:pt x="88" y="148"/>
                  </a:lnTo>
                  <a:lnTo>
                    <a:pt x="92" y="130"/>
                  </a:lnTo>
                  <a:lnTo>
                    <a:pt x="100" y="116"/>
                  </a:lnTo>
                  <a:lnTo>
                    <a:pt x="110" y="102"/>
                  </a:lnTo>
                  <a:lnTo>
                    <a:pt x="122" y="92"/>
                  </a:lnTo>
                  <a:lnTo>
                    <a:pt x="136" y="86"/>
                  </a:lnTo>
                  <a:lnTo>
                    <a:pt x="152" y="80"/>
                  </a:lnTo>
                  <a:lnTo>
                    <a:pt x="170" y="78"/>
                  </a:lnTo>
                  <a:lnTo>
                    <a:pt x="170" y="78"/>
                  </a:lnTo>
                  <a:lnTo>
                    <a:pt x="188" y="80"/>
                  </a:lnTo>
                  <a:lnTo>
                    <a:pt x="204" y="86"/>
                  </a:lnTo>
                  <a:lnTo>
                    <a:pt x="218" y="92"/>
                  </a:lnTo>
                  <a:lnTo>
                    <a:pt x="230" y="102"/>
                  </a:lnTo>
                  <a:lnTo>
                    <a:pt x="240" y="116"/>
                  </a:lnTo>
                  <a:lnTo>
                    <a:pt x="248" y="130"/>
                  </a:lnTo>
                  <a:lnTo>
                    <a:pt x="252" y="148"/>
                  </a:lnTo>
                  <a:lnTo>
                    <a:pt x="254" y="166"/>
                  </a:lnTo>
                  <a:lnTo>
                    <a:pt x="254" y="166"/>
                  </a:lnTo>
                  <a:lnTo>
                    <a:pt x="252" y="184"/>
                  </a:lnTo>
                  <a:lnTo>
                    <a:pt x="248" y="200"/>
                  </a:lnTo>
                  <a:lnTo>
                    <a:pt x="240" y="216"/>
                  </a:lnTo>
                  <a:lnTo>
                    <a:pt x="230" y="228"/>
                  </a:lnTo>
                  <a:lnTo>
                    <a:pt x="218" y="238"/>
                  </a:lnTo>
                  <a:lnTo>
                    <a:pt x="204" y="246"/>
                  </a:lnTo>
                  <a:lnTo>
                    <a:pt x="188" y="252"/>
                  </a:lnTo>
                  <a:lnTo>
                    <a:pt x="170" y="252"/>
                  </a:lnTo>
                  <a:lnTo>
                    <a:pt x="170"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6" name="Freeform 9">
              <a:extLst>
                <a:ext uri="{FF2B5EF4-FFF2-40B4-BE49-F238E27FC236}">
                  <a16:creationId xmlns:a16="http://schemas.microsoft.com/office/drawing/2014/main" id="{25ECACFB-34FB-9941-81C5-1916427F8A09}"/>
                </a:ext>
              </a:extLst>
            </p:cNvPr>
            <p:cNvSpPr>
              <a:spLocks/>
            </p:cNvSpPr>
            <p:nvPr/>
          </p:nvSpPr>
          <p:spPr bwMode="auto">
            <a:xfrm>
              <a:off x="6654800" y="3257550"/>
              <a:ext cx="812800" cy="514350"/>
            </a:xfrm>
            <a:custGeom>
              <a:avLst/>
              <a:gdLst>
                <a:gd name="T0" fmla="*/ 388 w 512"/>
                <a:gd name="T1" fmla="*/ 0 h 324"/>
                <a:gd name="T2" fmla="*/ 356 w 512"/>
                <a:gd name="T3" fmla="*/ 2 h 324"/>
                <a:gd name="T4" fmla="*/ 328 w 512"/>
                <a:gd name="T5" fmla="*/ 12 h 324"/>
                <a:gd name="T6" fmla="*/ 302 w 512"/>
                <a:gd name="T7" fmla="*/ 28 h 324"/>
                <a:gd name="T8" fmla="*/ 280 w 512"/>
                <a:gd name="T9" fmla="*/ 54 h 324"/>
                <a:gd name="T10" fmla="*/ 272 w 512"/>
                <a:gd name="T11" fmla="*/ 42 h 324"/>
                <a:gd name="T12" fmla="*/ 250 w 512"/>
                <a:gd name="T13" fmla="*/ 22 h 324"/>
                <a:gd name="T14" fmla="*/ 224 w 512"/>
                <a:gd name="T15" fmla="*/ 8 h 324"/>
                <a:gd name="T16" fmla="*/ 192 w 512"/>
                <a:gd name="T17" fmla="*/ 0 h 324"/>
                <a:gd name="T18" fmla="*/ 176 w 512"/>
                <a:gd name="T19" fmla="*/ 0 h 324"/>
                <a:gd name="T20" fmla="*/ 150 w 512"/>
                <a:gd name="T21" fmla="*/ 2 h 324"/>
                <a:gd name="T22" fmla="*/ 124 w 512"/>
                <a:gd name="T23" fmla="*/ 10 h 324"/>
                <a:gd name="T24" fmla="*/ 102 w 512"/>
                <a:gd name="T25" fmla="*/ 24 h 324"/>
                <a:gd name="T26" fmla="*/ 84 w 512"/>
                <a:gd name="T27" fmla="*/ 46 h 324"/>
                <a:gd name="T28" fmla="*/ 0 w 512"/>
                <a:gd name="T29" fmla="*/ 8 h 324"/>
                <a:gd name="T30" fmla="*/ 0 w 512"/>
                <a:gd name="T31" fmla="*/ 290 h 324"/>
                <a:gd name="T32" fmla="*/ 4 w 512"/>
                <a:gd name="T33" fmla="*/ 302 h 324"/>
                <a:gd name="T34" fmla="*/ 10 w 512"/>
                <a:gd name="T35" fmla="*/ 314 h 324"/>
                <a:gd name="T36" fmla="*/ 22 w 512"/>
                <a:gd name="T37" fmla="*/ 322 h 324"/>
                <a:gd name="T38" fmla="*/ 34 w 512"/>
                <a:gd name="T39" fmla="*/ 324 h 324"/>
                <a:gd name="T40" fmla="*/ 86 w 512"/>
                <a:gd name="T41" fmla="*/ 150 h 324"/>
                <a:gd name="T42" fmla="*/ 86 w 512"/>
                <a:gd name="T43" fmla="*/ 134 h 324"/>
                <a:gd name="T44" fmla="*/ 96 w 512"/>
                <a:gd name="T45" fmla="*/ 108 h 324"/>
                <a:gd name="T46" fmla="*/ 116 w 512"/>
                <a:gd name="T47" fmla="*/ 90 h 324"/>
                <a:gd name="T48" fmla="*/ 138 w 512"/>
                <a:gd name="T49" fmla="*/ 80 h 324"/>
                <a:gd name="T50" fmla="*/ 152 w 512"/>
                <a:gd name="T51" fmla="*/ 80 h 324"/>
                <a:gd name="T52" fmla="*/ 178 w 512"/>
                <a:gd name="T53" fmla="*/ 84 h 324"/>
                <a:gd name="T54" fmla="*/ 198 w 512"/>
                <a:gd name="T55" fmla="*/ 98 h 324"/>
                <a:gd name="T56" fmla="*/ 210 w 512"/>
                <a:gd name="T57" fmla="*/ 120 h 324"/>
                <a:gd name="T58" fmla="*/ 214 w 512"/>
                <a:gd name="T59" fmla="*/ 150 h 324"/>
                <a:gd name="T60" fmla="*/ 214 w 512"/>
                <a:gd name="T61" fmla="*/ 290 h 324"/>
                <a:gd name="T62" fmla="*/ 216 w 512"/>
                <a:gd name="T63" fmla="*/ 302 h 324"/>
                <a:gd name="T64" fmla="*/ 224 w 512"/>
                <a:gd name="T65" fmla="*/ 314 h 324"/>
                <a:gd name="T66" fmla="*/ 234 w 512"/>
                <a:gd name="T67" fmla="*/ 322 h 324"/>
                <a:gd name="T68" fmla="*/ 248 w 512"/>
                <a:gd name="T69" fmla="*/ 324 h 324"/>
                <a:gd name="T70" fmla="*/ 298 w 512"/>
                <a:gd name="T71" fmla="*/ 150 h 324"/>
                <a:gd name="T72" fmla="*/ 300 w 512"/>
                <a:gd name="T73" fmla="*/ 134 h 324"/>
                <a:gd name="T74" fmla="*/ 310 w 512"/>
                <a:gd name="T75" fmla="*/ 108 h 324"/>
                <a:gd name="T76" fmla="*/ 328 w 512"/>
                <a:gd name="T77" fmla="*/ 90 h 324"/>
                <a:gd name="T78" fmla="*/ 352 w 512"/>
                <a:gd name="T79" fmla="*/ 80 h 324"/>
                <a:gd name="T80" fmla="*/ 366 w 512"/>
                <a:gd name="T81" fmla="*/ 80 h 324"/>
                <a:gd name="T82" fmla="*/ 392 w 512"/>
                <a:gd name="T83" fmla="*/ 84 h 324"/>
                <a:gd name="T84" fmla="*/ 410 w 512"/>
                <a:gd name="T85" fmla="*/ 98 h 324"/>
                <a:gd name="T86" fmla="*/ 424 w 512"/>
                <a:gd name="T87" fmla="*/ 120 h 324"/>
                <a:gd name="T88" fmla="*/ 428 w 512"/>
                <a:gd name="T89" fmla="*/ 150 h 324"/>
                <a:gd name="T90" fmla="*/ 428 w 512"/>
                <a:gd name="T91" fmla="*/ 290 h 324"/>
                <a:gd name="T92" fmla="*/ 430 w 512"/>
                <a:gd name="T93" fmla="*/ 302 h 324"/>
                <a:gd name="T94" fmla="*/ 438 w 512"/>
                <a:gd name="T95" fmla="*/ 314 h 324"/>
                <a:gd name="T96" fmla="*/ 448 w 512"/>
                <a:gd name="T97" fmla="*/ 322 h 324"/>
                <a:gd name="T98" fmla="*/ 462 w 512"/>
                <a:gd name="T99" fmla="*/ 324 h 324"/>
                <a:gd name="T100" fmla="*/ 512 w 512"/>
                <a:gd name="T101" fmla="*/ 122 h 324"/>
                <a:gd name="T102" fmla="*/ 510 w 512"/>
                <a:gd name="T103" fmla="*/ 96 h 324"/>
                <a:gd name="T104" fmla="*/ 502 w 512"/>
                <a:gd name="T105" fmla="*/ 72 h 324"/>
                <a:gd name="T106" fmla="*/ 492 w 512"/>
                <a:gd name="T107" fmla="*/ 52 h 324"/>
                <a:gd name="T108" fmla="*/ 478 w 512"/>
                <a:gd name="T109" fmla="*/ 34 h 324"/>
                <a:gd name="T110" fmla="*/ 460 w 512"/>
                <a:gd name="T111" fmla="*/ 20 h 324"/>
                <a:gd name="T112" fmla="*/ 438 w 512"/>
                <a:gd name="T113" fmla="*/ 8 h 324"/>
                <a:gd name="T114" fmla="*/ 414 w 512"/>
                <a:gd name="T115" fmla="*/ 2 h 324"/>
                <a:gd name="T116" fmla="*/ 388 w 512"/>
                <a:gd name="T117"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324">
                  <a:moveTo>
                    <a:pt x="388" y="0"/>
                  </a:moveTo>
                  <a:lnTo>
                    <a:pt x="388" y="0"/>
                  </a:lnTo>
                  <a:lnTo>
                    <a:pt x="372" y="0"/>
                  </a:lnTo>
                  <a:lnTo>
                    <a:pt x="356" y="2"/>
                  </a:lnTo>
                  <a:lnTo>
                    <a:pt x="342" y="6"/>
                  </a:lnTo>
                  <a:lnTo>
                    <a:pt x="328" y="12"/>
                  </a:lnTo>
                  <a:lnTo>
                    <a:pt x="314" y="18"/>
                  </a:lnTo>
                  <a:lnTo>
                    <a:pt x="302" y="28"/>
                  </a:lnTo>
                  <a:lnTo>
                    <a:pt x="290" y="40"/>
                  </a:lnTo>
                  <a:lnTo>
                    <a:pt x="280" y="54"/>
                  </a:lnTo>
                  <a:lnTo>
                    <a:pt x="280" y="54"/>
                  </a:lnTo>
                  <a:lnTo>
                    <a:pt x="272" y="42"/>
                  </a:lnTo>
                  <a:lnTo>
                    <a:pt x="262" y="30"/>
                  </a:lnTo>
                  <a:lnTo>
                    <a:pt x="250" y="22"/>
                  </a:lnTo>
                  <a:lnTo>
                    <a:pt x="238" y="14"/>
                  </a:lnTo>
                  <a:lnTo>
                    <a:pt x="224" y="8"/>
                  </a:lnTo>
                  <a:lnTo>
                    <a:pt x="208" y="4"/>
                  </a:lnTo>
                  <a:lnTo>
                    <a:pt x="192" y="0"/>
                  </a:lnTo>
                  <a:lnTo>
                    <a:pt x="176" y="0"/>
                  </a:lnTo>
                  <a:lnTo>
                    <a:pt x="176" y="0"/>
                  </a:lnTo>
                  <a:lnTo>
                    <a:pt x="162" y="0"/>
                  </a:lnTo>
                  <a:lnTo>
                    <a:pt x="150" y="2"/>
                  </a:lnTo>
                  <a:lnTo>
                    <a:pt x="136" y="6"/>
                  </a:lnTo>
                  <a:lnTo>
                    <a:pt x="124" y="10"/>
                  </a:lnTo>
                  <a:lnTo>
                    <a:pt x="114" y="16"/>
                  </a:lnTo>
                  <a:lnTo>
                    <a:pt x="102" y="24"/>
                  </a:lnTo>
                  <a:lnTo>
                    <a:pt x="92" y="34"/>
                  </a:lnTo>
                  <a:lnTo>
                    <a:pt x="84" y="46"/>
                  </a:lnTo>
                  <a:lnTo>
                    <a:pt x="84" y="8"/>
                  </a:lnTo>
                  <a:lnTo>
                    <a:pt x="0" y="8"/>
                  </a:lnTo>
                  <a:lnTo>
                    <a:pt x="0" y="290"/>
                  </a:lnTo>
                  <a:lnTo>
                    <a:pt x="0" y="290"/>
                  </a:lnTo>
                  <a:lnTo>
                    <a:pt x="2" y="296"/>
                  </a:lnTo>
                  <a:lnTo>
                    <a:pt x="4" y="302"/>
                  </a:lnTo>
                  <a:lnTo>
                    <a:pt x="6" y="308"/>
                  </a:lnTo>
                  <a:lnTo>
                    <a:pt x="10" y="314"/>
                  </a:lnTo>
                  <a:lnTo>
                    <a:pt x="16" y="318"/>
                  </a:lnTo>
                  <a:lnTo>
                    <a:pt x="22" y="322"/>
                  </a:lnTo>
                  <a:lnTo>
                    <a:pt x="28" y="324"/>
                  </a:lnTo>
                  <a:lnTo>
                    <a:pt x="34" y="324"/>
                  </a:lnTo>
                  <a:lnTo>
                    <a:pt x="86" y="324"/>
                  </a:lnTo>
                  <a:lnTo>
                    <a:pt x="86" y="150"/>
                  </a:lnTo>
                  <a:lnTo>
                    <a:pt x="86" y="150"/>
                  </a:lnTo>
                  <a:lnTo>
                    <a:pt x="86" y="134"/>
                  </a:lnTo>
                  <a:lnTo>
                    <a:pt x="90" y="120"/>
                  </a:lnTo>
                  <a:lnTo>
                    <a:pt x="96" y="108"/>
                  </a:lnTo>
                  <a:lnTo>
                    <a:pt x="106" y="98"/>
                  </a:lnTo>
                  <a:lnTo>
                    <a:pt x="116" y="90"/>
                  </a:lnTo>
                  <a:lnTo>
                    <a:pt x="126" y="84"/>
                  </a:lnTo>
                  <a:lnTo>
                    <a:pt x="138" y="80"/>
                  </a:lnTo>
                  <a:lnTo>
                    <a:pt x="152" y="80"/>
                  </a:lnTo>
                  <a:lnTo>
                    <a:pt x="152" y="80"/>
                  </a:lnTo>
                  <a:lnTo>
                    <a:pt x="166" y="80"/>
                  </a:lnTo>
                  <a:lnTo>
                    <a:pt x="178" y="84"/>
                  </a:lnTo>
                  <a:lnTo>
                    <a:pt x="188" y="90"/>
                  </a:lnTo>
                  <a:lnTo>
                    <a:pt x="198" y="98"/>
                  </a:lnTo>
                  <a:lnTo>
                    <a:pt x="204" y="108"/>
                  </a:lnTo>
                  <a:lnTo>
                    <a:pt x="210" y="120"/>
                  </a:lnTo>
                  <a:lnTo>
                    <a:pt x="212" y="134"/>
                  </a:lnTo>
                  <a:lnTo>
                    <a:pt x="214" y="150"/>
                  </a:lnTo>
                  <a:lnTo>
                    <a:pt x="214" y="290"/>
                  </a:lnTo>
                  <a:lnTo>
                    <a:pt x="214" y="290"/>
                  </a:lnTo>
                  <a:lnTo>
                    <a:pt x="214" y="296"/>
                  </a:lnTo>
                  <a:lnTo>
                    <a:pt x="216" y="302"/>
                  </a:lnTo>
                  <a:lnTo>
                    <a:pt x="220" y="308"/>
                  </a:lnTo>
                  <a:lnTo>
                    <a:pt x="224" y="314"/>
                  </a:lnTo>
                  <a:lnTo>
                    <a:pt x="230" y="318"/>
                  </a:lnTo>
                  <a:lnTo>
                    <a:pt x="234" y="322"/>
                  </a:lnTo>
                  <a:lnTo>
                    <a:pt x="242" y="324"/>
                  </a:lnTo>
                  <a:lnTo>
                    <a:pt x="248" y="324"/>
                  </a:lnTo>
                  <a:lnTo>
                    <a:pt x="298" y="324"/>
                  </a:lnTo>
                  <a:lnTo>
                    <a:pt x="298" y="150"/>
                  </a:lnTo>
                  <a:lnTo>
                    <a:pt x="298" y="150"/>
                  </a:lnTo>
                  <a:lnTo>
                    <a:pt x="300" y="134"/>
                  </a:lnTo>
                  <a:lnTo>
                    <a:pt x="304" y="120"/>
                  </a:lnTo>
                  <a:lnTo>
                    <a:pt x="310" y="108"/>
                  </a:lnTo>
                  <a:lnTo>
                    <a:pt x="318" y="98"/>
                  </a:lnTo>
                  <a:lnTo>
                    <a:pt x="328" y="90"/>
                  </a:lnTo>
                  <a:lnTo>
                    <a:pt x="340" y="84"/>
                  </a:lnTo>
                  <a:lnTo>
                    <a:pt x="352" y="80"/>
                  </a:lnTo>
                  <a:lnTo>
                    <a:pt x="366" y="80"/>
                  </a:lnTo>
                  <a:lnTo>
                    <a:pt x="366" y="80"/>
                  </a:lnTo>
                  <a:lnTo>
                    <a:pt x="380" y="80"/>
                  </a:lnTo>
                  <a:lnTo>
                    <a:pt x="392" y="84"/>
                  </a:lnTo>
                  <a:lnTo>
                    <a:pt x="402" y="90"/>
                  </a:lnTo>
                  <a:lnTo>
                    <a:pt x="410" y="98"/>
                  </a:lnTo>
                  <a:lnTo>
                    <a:pt x="418" y="108"/>
                  </a:lnTo>
                  <a:lnTo>
                    <a:pt x="424" y="120"/>
                  </a:lnTo>
                  <a:lnTo>
                    <a:pt x="426" y="134"/>
                  </a:lnTo>
                  <a:lnTo>
                    <a:pt x="428" y="150"/>
                  </a:lnTo>
                  <a:lnTo>
                    <a:pt x="428" y="290"/>
                  </a:lnTo>
                  <a:lnTo>
                    <a:pt x="428" y="290"/>
                  </a:lnTo>
                  <a:lnTo>
                    <a:pt x="428" y="296"/>
                  </a:lnTo>
                  <a:lnTo>
                    <a:pt x="430" y="302"/>
                  </a:lnTo>
                  <a:lnTo>
                    <a:pt x="434" y="308"/>
                  </a:lnTo>
                  <a:lnTo>
                    <a:pt x="438" y="314"/>
                  </a:lnTo>
                  <a:lnTo>
                    <a:pt x="442" y="318"/>
                  </a:lnTo>
                  <a:lnTo>
                    <a:pt x="448" y="322"/>
                  </a:lnTo>
                  <a:lnTo>
                    <a:pt x="454" y="324"/>
                  </a:lnTo>
                  <a:lnTo>
                    <a:pt x="462" y="324"/>
                  </a:lnTo>
                  <a:lnTo>
                    <a:pt x="512" y="324"/>
                  </a:lnTo>
                  <a:lnTo>
                    <a:pt x="512" y="122"/>
                  </a:lnTo>
                  <a:lnTo>
                    <a:pt x="512" y="122"/>
                  </a:lnTo>
                  <a:lnTo>
                    <a:pt x="510" y="96"/>
                  </a:lnTo>
                  <a:lnTo>
                    <a:pt x="506" y="84"/>
                  </a:lnTo>
                  <a:lnTo>
                    <a:pt x="502" y="72"/>
                  </a:lnTo>
                  <a:lnTo>
                    <a:pt x="498" y="62"/>
                  </a:lnTo>
                  <a:lnTo>
                    <a:pt x="492" y="52"/>
                  </a:lnTo>
                  <a:lnTo>
                    <a:pt x="486" y="42"/>
                  </a:lnTo>
                  <a:lnTo>
                    <a:pt x="478" y="34"/>
                  </a:lnTo>
                  <a:lnTo>
                    <a:pt x="470" y="26"/>
                  </a:lnTo>
                  <a:lnTo>
                    <a:pt x="460" y="20"/>
                  </a:lnTo>
                  <a:lnTo>
                    <a:pt x="450" y="14"/>
                  </a:lnTo>
                  <a:lnTo>
                    <a:pt x="438" y="8"/>
                  </a:lnTo>
                  <a:lnTo>
                    <a:pt x="426" y="4"/>
                  </a:lnTo>
                  <a:lnTo>
                    <a:pt x="414" y="2"/>
                  </a:lnTo>
                  <a:lnTo>
                    <a:pt x="388" y="0"/>
                  </a:lnTo>
                  <a:lnTo>
                    <a:pt x="3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7" name="Freeform 10">
              <a:extLst>
                <a:ext uri="{FF2B5EF4-FFF2-40B4-BE49-F238E27FC236}">
                  <a16:creationId xmlns:a16="http://schemas.microsoft.com/office/drawing/2014/main" id="{DB1C7F7F-80B8-3F42-AFD7-D94C22DF90B7}"/>
                </a:ext>
              </a:extLst>
            </p:cNvPr>
            <p:cNvSpPr>
              <a:spLocks/>
            </p:cNvSpPr>
            <p:nvPr/>
          </p:nvSpPr>
          <p:spPr bwMode="auto">
            <a:xfrm>
              <a:off x="4724400" y="3257550"/>
              <a:ext cx="476250" cy="527050"/>
            </a:xfrm>
            <a:custGeom>
              <a:avLst/>
              <a:gdLst>
                <a:gd name="T0" fmla="*/ 144 w 300"/>
                <a:gd name="T1" fmla="*/ 126 h 332"/>
                <a:gd name="T2" fmla="*/ 124 w 300"/>
                <a:gd name="T3" fmla="*/ 122 h 332"/>
                <a:gd name="T4" fmla="*/ 104 w 300"/>
                <a:gd name="T5" fmla="*/ 114 h 332"/>
                <a:gd name="T6" fmla="*/ 98 w 300"/>
                <a:gd name="T7" fmla="*/ 104 h 332"/>
                <a:gd name="T8" fmla="*/ 96 w 300"/>
                <a:gd name="T9" fmla="*/ 98 h 332"/>
                <a:gd name="T10" fmla="*/ 100 w 300"/>
                <a:gd name="T11" fmla="*/ 86 h 332"/>
                <a:gd name="T12" fmla="*/ 108 w 300"/>
                <a:gd name="T13" fmla="*/ 78 h 332"/>
                <a:gd name="T14" fmla="*/ 124 w 300"/>
                <a:gd name="T15" fmla="*/ 72 h 332"/>
                <a:gd name="T16" fmla="*/ 144 w 300"/>
                <a:gd name="T17" fmla="*/ 70 h 332"/>
                <a:gd name="T18" fmla="*/ 192 w 300"/>
                <a:gd name="T19" fmla="*/ 76 h 332"/>
                <a:gd name="T20" fmla="*/ 232 w 300"/>
                <a:gd name="T21" fmla="*/ 90 h 332"/>
                <a:gd name="T22" fmla="*/ 238 w 300"/>
                <a:gd name="T23" fmla="*/ 92 h 332"/>
                <a:gd name="T24" fmla="*/ 258 w 300"/>
                <a:gd name="T25" fmla="*/ 90 h 332"/>
                <a:gd name="T26" fmla="*/ 268 w 300"/>
                <a:gd name="T27" fmla="*/ 82 h 332"/>
                <a:gd name="T28" fmla="*/ 276 w 300"/>
                <a:gd name="T29" fmla="*/ 72 h 332"/>
                <a:gd name="T30" fmla="*/ 292 w 300"/>
                <a:gd name="T31" fmla="*/ 38 h 332"/>
                <a:gd name="T32" fmla="*/ 224 w 300"/>
                <a:gd name="T33" fmla="*/ 12 h 332"/>
                <a:gd name="T34" fmla="*/ 166 w 300"/>
                <a:gd name="T35" fmla="*/ 2 h 332"/>
                <a:gd name="T36" fmla="*/ 146 w 300"/>
                <a:gd name="T37" fmla="*/ 0 h 332"/>
                <a:gd name="T38" fmla="*/ 94 w 300"/>
                <a:gd name="T39" fmla="*/ 6 h 332"/>
                <a:gd name="T40" fmla="*/ 50 w 300"/>
                <a:gd name="T41" fmla="*/ 24 h 332"/>
                <a:gd name="T42" fmla="*/ 32 w 300"/>
                <a:gd name="T43" fmla="*/ 38 h 332"/>
                <a:gd name="T44" fmla="*/ 20 w 300"/>
                <a:gd name="T45" fmla="*/ 56 h 332"/>
                <a:gd name="T46" fmla="*/ 12 w 300"/>
                <a:gd name="T47" fmla="*/ 76 h 332"/>
                <a:gd name="T48" fmla="*/ 8 w 300"/>
                <a:gd name="T49" fmla="*/ 98 h 332"/>
                <a:gd name="T50" fmla="*/ 10 w 300"/>
                <a:gd name="T51" fmla="*/ 116 h 332"/>
                <a:gd name="T52" fmla="*/ 20 w 300"/>
                <a:gd name="T53" fmla="*/ 148 h 332"/>
                <a:gd name="T54" fmla="*/ 46 w 300"/>
                <a:gd name="T55" fmla="*/ 174 h 332"/>
                <a:gd name="T56" fmla="*/ 92 w 300"/>
                <a:gd name="T57" fmla="*/ 192 h 332"/>
                <a:gd name="T58" fmla="*/ 142 w 300"/>
                <a:gd name="T59" fmla="*/ 202 h 332"/>
                <a:gd name="T60" fmla="*/ 170 w 300"/>
                <a:gd name="T61" fmla="*/ 206 h 332"/>
                <a:gd name="T62" fmla="*/ 202 w 300"/>
                <a:gd name="T63" fmla="*/ 214 h 332"/>
                <a:gd name="T64" fmla="*/ 212 w 300"/>
                <a:gd name="T65" fmla="*/ 224 h 332"/>
                <a:gd name="T66" fmla="*/ 212 w 300"/>
                <a:gd name="T67" fmla="*/ 232 h 332"/>
                <a:gd name="T68" fmla="*/ 208 w 300"/>
                <a:gd name="T69" fmla="*/ 246 h 332"/>
                <a:gd name="T70" fmla="*/ 194 w 300"/>
                <a:gd name="T71" fmla="*/ 256 h 332"/>
                <a:gd name="T72" fmla="*/ 172 w 300"/>
                <a:gd name="T73" fmla="*/ 260 h 332"/>
                <a:gd name="T74" fmla="*/ 142 w 300"/>
                <a:gd name="T75" fmla="*/ 262 h 332"/>
                <a:gd name="T76" fmla="*/ 106 w 300"/>
                <a:gd name="T77" fmla="*/ 258 h 332"/>
                <a:gd name="T78" fmla="*/ 76 w 300"/>
                <a:gd name="T79" fmla="*/ 248 h 332"/>
                <a:gd name="T80" fmla="*/ 30 w 300"/>
                <a:gd name="T81" fmla="*/ 228 h 332"/>
                <a:gd name="T82" fmla="*/ 0 w 300"/>
                <a:gd name="T83" fmla="*/ 292 h 332"/>
                <a:gd name="T84" fmla="*/ 34 w 300"/>
                <a:gd name="T85" fmla="*/ 310 h 332"/>
                <a:gd name="T86" fmla="*/ 70 w 300"/>
                <a:gd name="T87" fmla="*/ 322 h 332"/>
                <a:gd name="T88" fmla="*/ 140 w 300"/>
                <a:gd name="T89" fmla="*/ 332 h 332"/>
                <a:gd name="T90" fmla="*/ 178 w 300"/>
                <a:gd name="T91" fmla="*/ 332 h 332"/>
                <a:gd name="T92" fmla="*/ 238 w 300"/>
                <a:gd name="T93" fmla="*/ 318 h 332"/>
                <a:gd name="T94" fmla="*/ 260 w 300"/>
                <a:gd name="T95" fmla="*/ 308 h 332"/>
                <a:gd name="T96" fmla="*/ 278 w 300"/>
                <a:gd name="T97" fmla="*/ 292 h 332"/>
                <a:gd name="T98" fmla="*/ 290 w 300"/>
                <a:gd name="T99" fmla="*/ 276 h 332"/>
                <a:gd name="T100" fmla="*/ 298 w 300"/>
                <a:gd name="T101" fmla="*/ 254 h 332"/>
                <a:gd name="T102" fmla="*/ 300 w 300"/>
                <a:gd name="T103" fmla="*/ 232 h 332"/>
                <a:gd name="T104" fmla="*/ 300 w 300"/>
                <a:gd name="T105" fmla="*/ 220 h 332"/>
                <a:gd name="T106" fmla="*/ 296 w 300"/>
                <a:gd name="T107" fmla="*/ 200 h 332"/>
                <a:gd name="T108" fmla="*/ 282 w 300"/>
                <a:gd name="T109" fmla="*/ 176 h 332"/>
                <a:gd name="T110" fmla="*/ 250 w 300"/>
                <a:gd name="T111" fmla="*/ 150 h 332"/>
                <a:gd name="T112" fmla="*/ 206 w 300"/>
                <a:gd name="T113" fmla="*/ 136 h 332"/>
                <a:gd name="T114" fmla="*/ 182 w 300"/>
                <a:gd name="T115" fmla="*/ 1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332">
                  <a:moveTo>
                    <a:pt x="182" y="132"/>
                  </a:moveTo>
                  <a:lnTo>
                    <a:pt x="144" y="126"/>
                  </a:lnTo>
                  <a:lnTo>
                    <a:pt x="144" y="126"/>
                  </a:lnTo>
                  <a:lnTo>
                    <a:pt x="124" y="122"/>
                  </a:lnTo>
                  <a:lnTo>
                    <a:pt x="110" y="118"/>
                  </a:lnTo>
                  <a:lnTo>
                    <a:pt x="104" y="114"/>
                  </a:lnTo>
                  <a:lnTo>
                    <a:pt x="100" y="110"/>
                  </a:lnTo>
                  <a:lnTo>
                    <a:pt x="98" y="104"/>
                  </a:lnTo>
                  <a:lnTo>
                    <a:pt x="96" y="98"/>
                  </a:lnTo>
                  <a:lnTo>
                    <a:pt x="96" y="98"/>
                  </a:lnTo>
                  <a:lnTo>
                    <a:pt x="98" y="92"/>
                  </a:lnTo>
                  <a:lnTo>
                    <a:pt x="100" y="86"/>
                  </a:lnTo>
                  <a:lnTo>
                    <a:pt x="104" y="82"/>
                  </a:lnTo>
                  <a:lnTo>
                    <a:pt x="108" y="78"/>
                  </a:lnTo>
                  <a:lnTo>
                    <a:pt x="116" y="74"/>
                  </a:lnTo>
                  <a:lnTo>
                    <a:pt x="124" y="72"/>
                  </a:lnTo>
                  <a:lnTo>
                    <a:pt x="144" y="70"/>
                  </a:lnTo>
                  <a:lnTo>
                    <a:pt x="144" y="70"/>
                  </a:lnTo>
                  <a:lnTo>
                    <a:pt x="168" y="72"/>
                  </a:lnTo>
                  <a:lnTo>
                    <a:pt x="192" y="76"/>
                  </a:lnTo>
                  <a:lnTo>
                    <a:pt x="212" y="82"/>
                  </a:lnTo>
                  <a:lnTo>
                    <a:pt x="232" y="90"/>
                  </a:lnTo>
                  <a:lnTo>
                    <a:pt x="232" y="90"/>
                  </a:lnTo>
                  <a:lnTo>
                    <a:pt x="238" y="92"/>
                  </a:lnTo>
                  <a:lnTo>
                    <a:pt x="246" y="92"/>
                  </a:lnTo>
                  <a:lnTo>
                    <a:pt x="258" y="90"/>
                  </a:lnTo>
                  <a:lnTo>
                    <a:pt x="264" y="86"/>
                  </a:lnTo>
                  <a:lnTo>
                    <a:pt x="268" y="82"/>
                  </a:lnTo>
                  <a:lnTo>
                    <a:pt x="274" y="78"/>
                  </a:lnTo>
                  <a:lnTo>
                    <a:pt x="276" y="72"/>
                  </a:lnTo>
                  <a:lnTo>
                    <a:pt x="292" y="38"/>
                  </a:lnTo>
                  <a:lnTo>
                    <a:pt x="292" y="38"/>
                  </a:lnTo>
                  <a:lnTo>
                    <a:pt x="260" y="22"/>
                  </a:lnTo>
                  <a:lnTo>
                    <a:pt x="224" y="12"/>
                  </a:lnTo>
                  <a:lnTo>
                    <a:pt x="186" y="4"/>
                  </a:lnTo>
                  <a:lnTo>
                    <a:pt x="166" y="2"/>
                  </a:lnTo>
                  <a:lnTo>
                    <a:pt x="146" y="0"/>
                  </a:lnTo>
                  <a:lnTo>
                    <a:pt x="146" y="0"/>
                  </a:lnTo>
                  <a:lnTo>
                    <a:pt x="118" y="2"/>
                  </a:lnTo>
                  <a:lnTo>
                    <a:pt x="94" y="6"/>
                  </a:lnTo>
                  <a:lnTo>
                    <a:pt x="70" y="14"/>
                  </a:lnTo>
                  <a:lnTo>
                    <a:pt x="50" y="24"/>
                  </a:lnTo>
                  <a:lnTo>
                    <a:pt x="40" y="30"/>
                  </a:lnTo>
                  <a:lnTo>
                    <a:pt x="32" y="38"/>
                  </a:lnTo>
                  <a:lnTo>
                    <a:pt x="26" y="46"/>
                  </a:lnTo>
                  <a:lnTo>
                    <a:pt x="20" y="56"/>
                  </a:lnTo>
                  <a:lnTo>
                    <a:pt x="16" y="64"/>
                  </a:lnTo>
                  <a:lnTo>
                    <a:pt x="12" y="76"/>
                  </a:lnTo>
                  <a:lnTo>
                    <a:pt x="10" y="86"/>
                  </a:lnTo>
                  <a:lnTo>
                    <a:pt x="8" y="98"/>
                  </a:lnTo>
                  <a:lnTo>
                    <a:pt x="8" y="98"/>
                  </a:lnTo>
                  <a:lnTo>
                    <a:pt x="10" y="116"/>
                  </a:lnTo>
                  <a:lnTo>
                    <a:pt x="12" y="134"/>
                  </a:lnTo>
                  <a:lnTo>
                    <a:pt x="20" y="148"/>
                  </a:lnTo>
                  <a:lnTo>
                    <a:pt x="30" y="162"/>
                  </a:lnTo>
                  <a:lnTo>
                    <a:pt x="46" y="174"/>
                  </a:lnTo>
                  <a:lnTo>
                    <a:pt x="66" y="184"/>
                  </a:lnTo>
                  <a:lnTo>
                    <a:pt x="92" y="192"/>
                  </a:lnTo>
                  <a:lnTo>
                    <a:pt x="124" y="200"/>
                  </a:lnTo>
                  <a:lnTo>
                    <a:pt x="142" y="202"/>
                  </a:lnTo>
                  <a:lnTo>
                    <a:pt x="142" y="202"/>
                  </a:lnTo>
                  <a:lnTo>
                    <a:pt x="170" y="206"/>
                  </a:lnTo>
                  <a:lnTo>
                    <a:pt x="192" y="210"/>
                  </a:lnTo>
                  <a:lnTo>
                    <a:pt x="202" y="214"/>
                  </a:lnTo>
                  <a:lnTo>
                    <a:pt x="208" y="218"/>
                  </a:lnTo>
                  <a:lnTo>
                    <a:pt x="212" y="224"/>
                  </a:lnTo>
                  <a:lnTo>
                    <a:pt x="212" y="232"/>
                  </a:lnTo>
                  <a:lnTo>
                    <a:pt x="212" y="232"/>
                  </a:lnTo>
                  <a:lnTo>
                    <a:pt x="212" y="240"/>
                  </a:lnTo>
                  <a:lnTo>
                    <a:pt x="208" y="246"/>
                  </a:lnTo>
                  <a:lnTo>
                    <a:pt x="202" y="252"/>
                  </a:lnTo>
                  <a:lnTo>
                    <a:pt x="194" y="256"/>
                  </a:lnTo>
                  <a:lnTo>
                    <a:pt x="184" y="258"/>
                  </a:lnTo>
                  <a:lnTo>
                    <a:pt x="172" y="260"/>
                  </a:lnTo>
                  <a:lnTo>
                    <a:pt x="142" y="262"/>
                  </a:lnTo>
                  <a:lnTo>
                    <a:pt x="142" y="262"/>
                  </a:lnTo>
                  <a:lnTo>
                    <a:pt x="124" y="260"/>
                  </a:lnTo>
                  <a:lnTo>
                    <a:pt x="106" y="258"/>
                  </a:lnTo>
                  <a:lnTo>
                    <a:pt x="90" y="254"/>
                  </a:lnTo>
                  <a:lnTo>
                    <a:pt x="76" y="248"/>
                  </a:lnTo>
                  <a:lnTo>
                    <a:pt x="50" y="238"/>
                  </a:lnTo>
                  <a:lnTo>
                    <a:pt x="30" y="228"/>
                  </a:lnTo>
                  <a:lnTo>
                    <a:pt x="0" y="292"/>
                  </a:lnTo>
                  <a:lnTo>
                    <a:pt x="0" y="292"/>
                  </a:lnTo>
                  <a:lnTo>
                    <a:pt x="16" y="302"/>
                  </a:lnTo>
                  <a:lnTo>
                    <a:pt x="34" y="310"/>
                  </a:lnTo>
                  <a:lnTo>
                    <a:pt x="52" y="316"/>
                  </a:lnTo>
                  <a:lnTo>
                    <a:pt x="70" y="322"/>
                  </a:lnTo>
                  <a:lnTo>
                    <a:pt x="106" y="330"/>
                  </a:lnTo>
                  <a:lnTo>
                    <a:pt x="140" y="332"/>
                  </a:lnTo>
                  <a:lnTo>
                    <a:pt x="140" y="332"/>
                  </a:lnTo>
                  <a:lnTo>
                    <a:pt x="178" y="332"/>
                  </a:lnTo>
                  <a:lnTo>
                    <a:pt x="210" y="326"/>
                  </a:lnTo>
                  <a:lnTo>
                    <a:pt x="238" y="318"/>
                  </a:lnTo>
                  <a:lnTo>
                    <a:pt x="250" y="314"/>
                  </a:lnTo>
                  <a:lnTo>
                    <a:pt x="260" y="308"/>
                  </a:lnTo>
                  <a:lnTo>
                    <a:pt x="270" y="300"/>
                  </a:lnTo>
                  <a:lnTo>
                    <a:pt x="278" y="292"/>
                  </a:lnTo>
                  <a:lnTo>
                    <a:pt x="284" y="284"/>
                  </a:lnTo>
                  <a:lnTo>
                    <a:pt x="290" y="276"/>
                  </a:lnTo>
                  <a:lnTo>
                    <a:pt x="294" y="266"/>
                  </a:lnTo>
                  <a:lnTo>
                    <a:pt x="298" y="254"/>
                  </a:lnTo>
                  <a:lnTo>
                    <a:pt x="300" y="244"/>
                  </a:lnTo>
                  <a:lnTo>
                    <a:pt x="300" y="232"/>
                  </a:lnTo>
                  <a:lnTo>
                    <a:pt x="300" y="232"/>
                  </a:lnTo>
                  <a:lnTo>
                    <a:pt x="300" y="220"/>
                  </a:lnTo>
                  <a:lnTo>
                    <a:pt x="298" y="210"/>
                  </a:lnTo>
                  <a:lnTo>
                    <a:pt x="296" y="200"/>
                  </a:lnTo>
                  <a:lnTo>
                    <a:pt x="292" y="192"/>
                  </a:lnTo>
                  <a:lnTo>
                    <a:pt x="282" y="176"/>
                  </a:lnTo>
                  <a:lnTo>
                    <a:pt x="268" y="162"/>
                  </a:lnTo>
                  <a:lnTo>
                    <a:pt x="250" y="150"/>
                  </a:lnTo>
                  <a:lnTo>
                    <a:pt x="230" y="142"/>
                  </a:lnTo>
                  <a:lnTo>
                    <a:pt x="206" y="136"/>
                  </a:lnTo>
                  <a:lnTo>
                    <a:pt x="182" y="132"/>
                  </a:lnTo>
                  <a:lnTo>
                    <a:pt x="18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grpSp>
      <p:sp>
        <p:nvSpPr>
          <p:cNvPr id="3" name="Text Placeholder 2"/>
          <p:cNvSpPr>
            <a:spLocks noGrp="1"/>
          </p:cNvSpPr>
          <p:nvPr>
            <p:ph type="body" sz="quarter" idx="13" hasCustomPrompt="1"/>
          </p:nvPr>
        </p:nvSpPr>
        <p:spPr>
          <a:xfrm>
            <a:off x="383669" y="757181"/>
            <a:ext cx="516789" cy="191638"/>
          </a:xfrm>
          <a:prstGeom prst="rect">
            <a:avLst/>
          </a:prstGeom>
        </p:spPr>
        <p:txBody>
          <a:bodyPr lIns="0"/>
          <a:lstStyle>
            <a:lvl1pPr marL="0" indent="0" algn="l" defTabSz="926104" rtl="0" eaLnBrk="1" latinLnBrk="0" hangingPunct="1">
              <a:lnSpc>
                <a:spcPts val="955"/>
              </a:lnSpc>
              <a:buNone/>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date ]</a:t>
            </a:r>
          </a:p>
        </p:txBody>
      </p:sp>
      <p:sp>
        <p:nvSpPr>
          <p:cNvPr id="18" name="Text Placeholder 2"/>
          <p:cNvSpPr>
            <a:spLocks noGrp="1"/>
          </p:cNvSpPr>
          <p:nvPr>
            <p:ph type="body" sz="quarter" idx="23" hasCustomPrompt="1"/>
          </p:nvPr>
        </p:nvSpPr>
        <p:spPr>
          <a:xfrm>
            <a:off x="1028256" y="757182"/>
            <a:ext cx="6486223" cy="189037"/>
          </a:xfrm>
          <a:prstGeom prst="rect">
            <a:avLst/>
          </a:prstGeom>
        </p:spPr>
        <p:txBody>
          <a:bodyPr lIns="91440"/>
          <a:lstStyle>
            <a:lvl1pPr marL="0" indent="0" algn="l" defTabSz="926104" rtl="0" eaLnBrk="1" latinLnBrk="0" hangingPunct="1">
              <a:lnSpc>
                <a:spcPts val="955"/>
              </a:lnSpc>
              <a:spcBef>
                <a:spcPts val="409"/>
              </a:spcBef>
              <a:buClr>
                <a:srgbClr val="00B7E6"/>
              </a:buClr>
              <a:buSzPct val="110000"/>
              <a:buFont typeface="Arial" panose="020B0604020202020204" pitchFamily="34" charset="0"/>
              <a:buNone/>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client name ]</a:t>
            </a:r>
          </a:p>
        </p:txBody>
      </p:sp>
      <p:sp>
        <p:nvSpPr>
          <p:cNvPr id="23" name="TextBox 22"/>
          <p:cNvSpPr txBox="1"/>
          <p:nvPr userDrawn="1"/>
        </p:nvSpPr>
        <p:spPr>
          <a:xfrm>
            <a:off x="754311" y="761323"/>
            <a:ext cx="516789" cy="220573"/>
          </a:xfrm>
          <a:prstGeom prst="rect">
            <a:avLst/>
          </a:prstGeom>
          <a:noFill/>
        </p:spPr>
        <p:txBody>
          <a:bodyPr wrap="square" rtlCol="0">
            <a:spAutoFit/>
          </a:bodyPr>
          <a:lstStyle/>
          <a:p>
            <a:pPr algn="ctr">
              <a:lnSpc>
                <a:spcPts val="955"/>
              </a:lnSpc>
              <a:spcBef>
                <a:spcPts val="1165"/>
              </a:spcBef>
              <a:buClr>
                <a:srgbClr val="00B7E6"/>
              </a:buClr>
              <a:buSzPct val="110000"/>
            </a:pPr>
            <a:r>
              <a:rPr lang="en-US" sz="955" spc="34">
                <a:solidFill>
                  <a:schemeClr val="tx1"/>
                </a:solidFill>
                <a:latin typeface="Slalom Sans Light" panose="00000400000000000000" pitchFamily="50" charset="0"/>
                <a:cs typeface="Arial" panose="020B0604020202020204" pitchFamily="34" charset="0"/>
              </a:rPr>
              <a:t>/</a:t>
            </a:r>
          </a:p>
        </p:txBody>
      </p:sp>
      <p:sp>
        <p:nvSpPr>
          <p:cNvPr id="33" name="Text Placeholder 46"/>
          <p:cNvSpPr>
            <a:spLocks noGrp="1"/>
          </p:cNvSpPr>
          <p:nvPr>
            <p:ph type="body" sz="quarter" idx="26" hasCustomPrompt="1"/>
          </p:nvPr>
        </p:nvSpPr>
        <p:spPr>
          <a:xfrm>
            <a:off x="390915"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sz="955" baseline="0">
                <a:solidFill>
                  <a:schemeClr val="accent2"/>
                </a:solidFill>
              </a:defRPr>
            </a:lvl1pPr>
          </a:lstStyle>
          <a:p>
            <a:r>
              <a:rPr lang="en-US"/>
              <a:t>List out any assumptions in this section, pertaining to the estimate, the project, resource availability, system availability, etc.</a:t>
            </a:r>
          </a:p>
        </p:txBody>
      </p:sp>
      <p:sp>
        <p:nvSpPr>
          <p:cNvPr id="34" name="Text Placeholder 47"/>
          <p:cNvSpPr>
            <a:spLocks noGrp="1"/>
          </p:cNvSpPr>
          <p:nvPr>
            <p:ph type="body" sz="quarter" idx="27" hasCustomPrompt="1"/>
          </p:nvPr>
        </p:nvSpPr>
        <p:spPr>
          <a:xfrm>
            <a:off x="4284134"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List out the Slalom team</a:t>
            </a:r>
          </a:p>
        </p:txBody>
      </p:sp>
      <p:sp>
        <p:nvSpPr>
          <p:cNvPr id="38" name="Text Placeholder 48"/>
          <p:cNvSpPr>
            <a:spLocks noGrp="1"/>
          </p:cNvSpPr>
          <p:nvPr>
            <p:ph type="body" sz="quarter" idx="28" hasCustomPrompt="1"/>
          </p:nvPr>
        </p:nvSpPr>
        <p:spPr>
          <a:xfrm>
            <a:off x="8156388"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Provide details on time estimates &amp; pricing</a:t>
            </a:r>
          </a:p>
        </p:txBody>
      </p:sp>
      <p:cxnSp>
        <p:nvCxnSpPr>
          <p:cNvPr id="40" name="Straight Connector 39"/>
          <p:cNvCxnSpPr>
            <a:cxnSpLocks/>
          </p:cNvCxnSpPr>
          <p:nvPr userDrawn="1"/>
        </p:nvCxnSpPr>
        <p:spPr>
          <a:xfrm>
            <a:off x="381000" y="4771675"/>
            <a:ext cx="11385462"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 Placeholder 55"/>
          <p:cNvSpPr txBox="1">
            <a:spLocks/>
          </p:cNvSpPr>
          <p:nvPr userDrawn="1"/>
        </p:nvSpPr>
        <p:spPr>
          <a:xfrm>
            <a:off x="397091" y="4829634"/>
            <a:ext cx="3632350"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ASSUMPTIONS</a:t>
            </a:r>
          </a:p>
        </p:txBody>
      </p:sp>
      <p:sp>
        <p:nvSpPr>
          <p:cNvPr id="51" name="Text Placeholder 55"/>
          <p:cNvSpPr txBox="1">
            <a:spLocks/>
          </p:cNvSpPr>
          <p:nvPr userDrawn="1"/>
        </p:nvSpPr>
        <p:spPr>
          <a:xfrm>
            <a:off x="4284134"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SLALOM TEAM</a:t>
            </a:r>
          </a:p>
        </p:txBody>
      </p:sp>
      <p:sp>
        <p:nvSpPr>
          <p:cNvPr id="52" name="Text Placeholder 55"/>
          <p:cNvSpPr txBox="1">
            <a:spLocks/>
          </p:cNvSpPr>
          <p:nvPr userDrawn="1"/>
        </p:nvSpPr>
        <p:spPr>
          <a:xfrm>
            <a:off x="8162560"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INVESTMENT</a:t>
            </a:r>
          </a:p>
        </p:txBody>
      </p:sp>
      <p:cxnSp>
        <p:nvCxnSpPr>
          <p:cNvPr id="57" name="Straight Connector 56"/>
          <p:cNvCxnSpPr>
            <a:cxnSpLocks/>
          </p:cNvCxnSpPr>
          <p:nvPr userDrawn="1"/>
        </p:nvCxnSpPr>
        <p:spPr>
          <a:xfrm>
            <a:off x="378869" y="6173043"/>
            <a:ext cx="1140615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Picture Placeholder 14"/>
          <p:cNvSpPr>
            <a:spLocks noGrp="1"/>
          </p:cNvSpPr>
          <p:nvPr>
            <p:ph type="pic" sz="quarter" idx="14" hasCustomPrompt="1"/>
          </p:nvPr>
        </p:nvSpPr>
        <p:spPr>
          <a:xfrm>
            <a:off x="10189001" y="290093"/>
            <a:ext cx="1552575" cy="554776"/>
          </a:xfrm>
          <a:prstGeom prst="rect">
            <a:avLst/>
          </a:prstGeom>
        </p:spPr>
        <p:txBody>
          <a:bodyPr anchor="ctr"/>
          <a:lstStyle>
            <a:lvl1pPr marL="0" indent="0" algn="ctr" defTabSz="1219195" rtl="0" eaLnBrk="1" latinLnBrk="0" hangingPunct="1">
              <a:lnSpc>
                <a:spcPct val="100000"/>
              </a:lnSpc>
              <a:spcBef>
                <a:spcPts val="1000"/>
              </a:spcBef>
              <a:buClr>
                <a:schemeClr val="accent2"/>
              </a:buClr>
              <a:buSzPct val="110000"/>
              <a:buFont typeface="Arial" panose="020B0604020202020204" pitchFamily="34" charset="0"/>
              <a:buNone/>
              <a:defRPr lang="en-US" sz="1091" kern="1200" spc="0" baseline="0" dirty="0">
                <a:solidFill>
                  <a:schemeClr val="tx2"/>
                </a:solidFill>
                <a:latin typeface="Slalom Sans Light" panose="00000400000000000000" pitchFamily="50" charset="0"/>
                <a:ea typeface="Slalom Sans Light" panose="00000400000000000000" pitchFamily="50" charset="0"/>
                <a:cs typeface="Arial" panose="020B0604020202020204" pitchFamily="34" charset="0"/>
              </a:defRPr>
            </a:lvl1pPr>
          </a:lstStyle>
          <a:p>
            <a:r>
              <a:rPr lang="en-US"/>
              <a:t>Insert Client Logo</a:t>
            </a:r>
          </a:p>
        </p:txBody>
      </p:sp>
      <p:sp>
        <p:nvSpPr>
          <p:cNvPr id="62" name="Title Placeholder 1"/>
          <p:cNvSpPr>
            <a:spLocks noGrp="1"/>
          </p:cNvSpPr>
          <p:nvPr>
            <p:ph type="title" hasCustomPrompt="1"/>
          </p:nvPr>
        </p:nvSpPr>
        <p:spPr bwMode="gray">
          <a:xfrm>
            <a:off x="381000" y="392159"/>
            <a:ext cx="8298758" cy="309727"/>
          </a:xfrm>
          <a:prstGeom prst="rect">
            <a:avLst/>
          </a:prstGeom>
          <a:noFill/>
        </p:spPr>
        <p:txBody>
          <a:bodyPr vert="horz" wrap="square" lIns="0" tIns="0" rIns="137160" bIns="0" rtlCol="0" anchor="b" anchorCtr="0">
            <a:noAutofit/>
          </a:bodyPr>
          <a:lstStyle>
            <a:lvl1pPr marL="0" algn="l" defTabSz="926104" rtl="0" eaLnBrk="1" latinLnBrk="0" hangingPunct="1">
              <a:lnSpc>
                <a:spcPts val="2045"/>
              </a:lnSpc>
              <a:spcBef>
                <a:spcPts val="818"/>
              </a:spcBef>
              <a:buClr>
                <a:srgbClr val="CC0000"/>
              </a:buClr>
              <a:buSzPct val="110000"/>
              <a:buNone/>
              <a:defRPr lang="en-US" sz="2045" b="0" kern="1200" spc="-82" baseline="0" dirty="0">
                <a:solidFill>
                  <a:schemeClr val="accent2"/>
                </a:solidFill>
                <a:latin typeface="+mj-lt"/>
                <a:ea typeface="+mn-ea"/>
                <a:cs typeface="Arial" panose="020B0604020202020204" pitchFamily="34" charset="0"/>
              </a:defRPr>
            </a:lvl1pPr>
          </a:lstStyle>
          <a:p>
            <a:r>
              <a:rPr lang="en-US"/>
              <a:t>TITLE</a:t>
            </a:r>
          </a:p>
        </p:txBody>
      </p:sp>
      <p:cxnSp>
        <p:nvCxnSpPr>
          <p:cNvPr id="48" name="Straight Connector 47"/>
          <p:cNvCxnSpPr>
            <a:cxnSpLocks/>
          </p:cNvCxnSpPr>
          <p:nvPr userDrawn="1"/>
        </p:nvCxnSpPr>
        <p:spPr>
          <a:xfrm>
            <a:off x="383957" y="1052438"/>
            <a:ext cx="11401066" cy="1021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55"/>
          <p:cNvSpPr txBox="1">
            <a:spLocks/>
          </p:cNvSpPr>
          <p:nvPr userDrawn="1"/>
        </p:nvSpPr>
        <p:spPr>
          <a:xfrm>
            <a:off x="387065" y="1154833"/>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BUSINESS NEED</a:t>
            </a:r>
          </a:p>
        </p:txBody>
      </p:sp>
      <p:sp>
        <p:nvSpPr>
          <p:cNvPr id="79" name="Text Placeholder 43"/>
          <p:cNvSpPr>
            <a:spLocks noGrp="1"/>
          </p:cNvSpPr>
          <p:nvPr userDrawn="1">
            <p:ph type="body" sz="quarter" idx="17" hasCustomPrompt="1"/>
          </p:nvPr>
        </p:nvSpPr>
        <p:spPr>
          <a:xfrm>
            <a:off x="394455" y="1381244"/>
            <a:ext cx="3384287" cy="3226737"/>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business problem, outlining where the client is struggling and what we are being hired to do.  Make sure this is SIMPLE (will a 1st grader get it?), in PLAIN ENGLISH (no consulting or technical speak!) and can STAND ALONE (can someone understand it if they read this on their own?).</a:t>
            </a:r>
            <a:br>
              <a:rPr lang="en-US"/>
            </a:br>
            <a:r>
              <a:rPr lang="en-US"/>
              <a:t>Make sure you cover:</a:t>
            </a:r>
          </a:p>
          <a:p>
            <a:r>
              <a:rPr lang="en-US"/>
              <a:t>1. Aspirational goal (what is the client’s vision or goal driving the need?  Is there a new strategy or change?)</a:t>
            </a:r>
            <a:br>
              <a:rPr lang="en-US"/>
            </a:br>
            <a:r>
              <a:rPr lang="en-US"/>
              <a:t>2. Current state problem (what issue is the client facing? Is it impacting business, ops, time-to-market, etc.?)</a:t>
            </a:r>
            <a:br>
              <a:rPr lang="en-US"/>
            </a:br>
            <a:r>
              <a:rPr lang="en-US"/>
              <a:t>3. Evidence (what has happened to show the problem is an issue?  The more specific you can get the better)</a:t>
            </a:r>
            <a:br>
              <a:rPr lang="en-US"/>
            </a:br>
            <a:r>
              <a:rPr lang="en-US"/>
              <a:t>4. Action to resolve (what has Slalom been asked to do to address the problem?)</a:t>
            </a:r>
          </a:p>
        </p:txBody>
      </p:sp>
      <p:cxnSp>
        <p:nvCxnSpPr>
          <p:cNvPr id="59" name="Straight Connector 58"/>
          <p:cNvCxnSpPr>
            <a:cxnSpLocks/>
          </p:cNvCxnSpPr>
          <p:nvPr userDrawn="1"/>
        </p:nvCxnSpPr>
        <p:spPr>
          <a:xfrm>
            <a:off x="3865480" y="1226348"/>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 Placeholder 55"/>
          <p:cNvSpPr txBox="1">
            <a:spLocks/>
          </p:cNvSpPr>
          <p:nvPr userDrawn="1"/>
        </p:nvSpPr>
        <p:spPr>
          <a:xfrm>
            <a:off x="8044701" y="1154833"/>
            <a:ext cx="3384286"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APPROACH</a:t>
            </a:r>
          </a:p>
        </p:txBody>
      </p:sp>
      <p:sp>
        <p:nvSpPr>
          <p:cNvPr id="42" name="Text Placeholder 2">
            <a:extLst>
              <a:ext uri="{FF2B5EF4-FFF2-40B4-BE49-F238E27FC236}">
                <a16:creationId xmlns:a16="http://schemas.microsoft.com/office/drawing/2014/main" id="{337980FD-1A49-7D48-9399-638420FA17DE}"/>
              </a:ext>
            </a:extLst>
          </p:cNvPr>
          <p:cNvSpPr>
            <a:spLocks noGrp="1"/>
          </p:cNvSpPr>
          <p:nvPr>
            <p:ph type="body" sz="quarter" idx="29" hasCustomPrompt="1"/>
          </p:nvPr>
        </p:nvSpPr>
        <p:spPr>
          <a:xfrm>
            <a:off x="4457761" y="6297533"/>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Name ]</a:t>
            </a:r>
          </a:p>
        </p:txBody>
      </p:sp>
      <p:sp>
        <p:nvSpPr>
          <p:cNvPr id="43" name="Text Placeholder 2">
            <a:extLst>
              <a:ext uri="{FF2B5EF4-FFF2-40B4-BE49-F238E27FC236}">
                <a16:creationId xmlns:a16="http://schemas.microsoft.com/office/drawing/2014/main" id="{E6387953-0D44-EE47-A1CB-1522E06B3C16}"/>
              </a:ext>
            </a:extLst>
          </p:cNvPr>
          <p:cNvSpPr>
            <a:spLocks noGrp="1"/>
          </p:cNvSpPr>
          <p:nvPr>
            <p:ph type="body" sz="quarter" idx="30" hasCustomPrompt="1"/>
          </p:nvPr>
        </p:nvSpPr>
        <p:spPr>
          <a:xfrm>
            <a:off x="4457761" y="6447592"/>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Title ]</a:t>
            </a:r>
          </a:p>
        </p:txBody>
      </p:sp>
      <p:sp>
        <p:nvSpPr>
          <p:cNvPr id="44" name="Text Placeholder 2">
            <a:extLst>
              <a:ext uri="{FF2B5EF4-FFF2-40B4-BE49-F238E27FC236}">
                <a16:creationId xmlns:a16="http://schemas.microsoft.com/office/drawing/2014/main" id="{C6EFC267-9A9A-3341-84AA-6203CF8CDC3F}"/>
              </a:ext>
            </a:extLst>
          </p:cNvPr>
          <p:cNvSpPr>
            <a:spLocks noGrp="1"/>
          </p:cNvSpPr>
          <p:nvPr>
            <p:ph type="body" sz="quarter" idx="31" hasCustomPrompt="1"/>
          </p:nvPr>
        </p:nvSpPr>
        <p:spPr>
          <a:xfrm>
            <a:off x="8898084" y="6297533"/>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(000) 000-0000</a:t>
            </a:r>
          </a:p>
        </p:txBody>
      </p:sp>
      <p:sp>
        <p:nvSpPr>
          <p:cNvPr id="45" name="Text Placeholder 2">
            <a:extLst>
              <a:ext uri="{FF2B5EF4-FFF2-40B4-BE49-F238E27FC236}">
                <a16:creationId xmlns:a16="http://schemas.microsoft.com/office/drawing/2014/main" id="{F24CA3D2-C34D-0F44-A83E-3E5FA919BEA5}"/>
              </a:ext>
            </a:extLst>
          </p:cNvPr>
          <p:cNvSpPr>
            <a:spLocks noGrp="1"/>
          </p:cNvSpPr>
          <p:nvPr>
            <p:ph type="body" sz="quarter" idx="32" hasCustomPrompt="1"/>
          </p:nvPr>
        </p:nvSpPr>
        <p:spPr>
          <a:xfrm>
            <a:off x="8898084" y="6447592"/>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name@slalom.com</a:t>
            </a:r>
          </a:p>
        </p:txBody>
      </p:sp>
      <p:cxnSp>
        <p:nvCxnSpPr>
          <p:cNvPr id="36" name="Straight Connector 35">
            <a:extLst>
              <a:ext uri="{FF2B5EF4-FFF2-40B4-BE49-F238E27FC236}">
                <a16:creationId xmlns:a16="http://schemas.microsoft.com/office/drawing/2014/main" id="{F9D185C4-F110-F34C-9A90-5C9CC8F1FBC6}"/>
              </a:ext>
            </a:extLst>
          </p:cNvPr>
          <p:cNvCxnSpPr>
            <a:cxnSpLocks/>
          </p:cNvCxnSpPr>
          <p:nvPr userDrawn="1"/>
        </p:nvCxnSpPr>
        <p:spPr>
          <a:xfrm>
            <a:off x="7899563" y="1236689"/>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 Placeholder 55">
            <a:extLst>
              <a:ext uri="{FF2B5EF4-FFF2-40B4-BE49-F238E27FC236}">
                <a16:creationId xmlns:a16="http://schemas.microsoft.com/office/drawing/2014/main" id="{C5E4E204-1A20-874B-8CBC-5656649C6397}"/>
              </a:ext>
            </a:extLst>
          </p:cNvPr>
          <p:cNvSpPr txBox="1">
            <a:spLocks/>
          </p:cNvSpPr>
          <p:nvPr userDrawn="1"/>
        </p:nvSpPr>
        <p:spPr>
          <a:xfrm>
            <a:off x="3998685" y="1154833"/>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HOW</a:t>
            </a:r>
          </a:p>
        </p:txBody>
      </p:sp>
      <p:sp>
        <p:nvSpPr>
          <p:cNvPr id="39" name="Text Placeholder 55">
            <a:extLst>
              <a:ext uri="{FF2B5EF4-FFF2-40B4-BE49-F238E27FC236}">
                <a16:creationId xmlns:a16="http://schemas.microsoft.com/office/drawing/2014/main" id="{9F818353-544C-2D48-9B0B-CA314F81DFB5}"/>
              </a:ext>
            </a:extLst>
          </p:cNvPr>
          <p:cNvSpPr txBox="1">
            <a:spLocks/>
          </p:cNvSpPr>
          <p:nvPr userDrawn="1"/>
        </p:nvSpPr>
        <p:spPr>
          <a:xfrm>
            <a:off x="3998685" y="2289827"/>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WHAT</a:t>
            </a:r>
          </a:p>
        </p:txBody>
      </p:sp>
      <p:sp>
        <p:nvSpPr>
          <p:cNvPr id="41" name="Text Placeholder 55">
            <a:extLst>
              <a:ext uri="{FF2B5EF4-FFF2-40B4-BE49-F238E27FC236}">
                <a16:creationId xmlns:a16="http://schemas.microsoft.com/office/drawing/2014/main" id="{E22D23B2-6AE8-0C49-A216-954974AA6A0D}"/>
              </a:ext>
            </a:extLst>
          </p:cNvPr>
          <p:cNvSpPr txBox="1">
            <a:spLocks/>
          </p:cNvSpPr>
          <p:nvPr userDrawn="1"/>
        </p:nvSpPr>
        <p:spPr>
          <a:xfrm>
            <a:off x="3998685" y="3424821"/>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OUTCOME</a:t>
            </a:r>
          </a:p>
        </p:txBody>
      </p:sp>
      <p:sp>
        <p:nvSpPr>
          <p:cNvPr id="50" name="Text Placeholder 43">
            <a:extLst>
              <a:ext uri="{FF2B5EF4-FFF2-40B4-BE49-F238E27FC236}">
                <a16:creationId xmlns:a16="http://schemas.microsoft.com/office/drawing/2014/main" id="{041E35FA-5634-2A46-AD48-8EBD6F2D2970}"/>
              </a:ext>
            </a:extLst>
          </p:cNvPr>
          <p:cNvSpPr>
            <a:spLocks noGrp="1"/>
          </p:cNvSpPr>
          <p:nvPr>
            <p:ph type="body" sz="quarter" idx="42" hasCustomPrompt="1"/>
          </p:nvPr>
        </p:nvSpPr>
        <p:spPr>
          <a:xfrm>
            <a:off x="3994942" y="1371292"/>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55" name="Text Placeholder 43">
            <a:extLst>
              <a:ext uri="{FF2B5EF4-FFF2-40B4-BE49-F238E27FC236}">
                <a16:creationId xmlns:a16="http://schemas.microsoft.com/office/drawing/2014/main" id="{87D08F13-11C0-D542-8696-3704D2E30BAD}"/>
              </a:ext>
            </a:extLst>
          </p:cNvPr>
          <p:cNvSpPr>
            <a:spLocks noGrp="1"/>
          </p:cNvSpPr>
          <p:nvPr>
            <p:ph type="body" sz="quarter" idx="43" hasCustomPrompt="1"/>
          </p:nvPr>
        </p:nvSpPr>
        <p:spPr>
          <a:xfrm>
            <a:off x="5938801" y="1371292"/>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68" name="Text Placeholder 43">
            <a:extLst>
              <a:ext uri="{FF2B5EF4-FFF2-40B4-BE49-F238E27FC236}">
                <a16:creationId xmlns:a16="http://schemas.microsoft.com/office/drawing/2014/main" id="{5D335369-3A7D-7B45-A7EF-44F4510DA372}"/>
              </a:ext>
            </a:extLst>
          </p:cNvPr>
          <p:cNvSpPr>
            <a:spLocks noGrp="1"/>
          </p:cNvSpPr>
          <p:nvPr>
            <p:ph type="body" sz="quarter" idx="44" hasCustomPrompt="1"/>
          </p:nvPr>
        </p:nvSpPr>
        <p:spPr>
          <a:xfrm>
            <a:off x="3994942" y="2510189"/>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69" name="Text Placeholder 43">
            <a:extLst>
              <a:ext uri="{FF2B5EF4-FFF2-40B4-BE49-F238E27FC236}">
                <a16:creationId xmlns:a16="http://schemas.microsoft.com/office/drawing/2014/main" id="{6EFE73A1-C435-2545-B8E7-6B605FE32C8A}"/>
              </a:ext>
            </a:extLst>
          </p:cNvPr>
          <p:cNvSpPr>
            <a:spLocks noGrp="1"/>
          </p:cNvSpPr>
          <p:nvPr>
            <p:ph type="body" sz="quarter" idx="45" hasCustomPrompt="1"/>
          </p:nvPr>
        </p:nvSpPr>
        <p:spPr>
          <a:xfrm>
            <a:off x="5938801" y="2510189"/>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70" name="Text Placeholder 43">
            <a:extLst>
              <a:ext uri="{FF2B5EF4-FFF2-40B4-BE49-F238E27FC236}">
                <a16:creationId xmlns:a16="http://schemas.microsoft.com/office/drawing/2014/main" id="{D59EFED8-4A5E-8C41-94F7-8C0A63D740B1}"/>
              </a:ext>
            </a:extLst>
          </p:cNvPr>
          <p:cNvSpPr>
            <a:spLocks noGrp="1"/>
          </p:cNvSpPr>
          <p:nvPr>
            <p:ph type="body" sz="quarter" idx="46" hasCustomPrompt="1"/>
          </p:nvPr>
        </p:nvSpPr>
        <p:spPr>
          <a:xfrm>
            <a:off x="3994942" y="3649086"/>
            <a:ext cx="1836632" cy="958895"/>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Wow. Keep it short and sweet and use pull out statistics or quotes to create a more compelling case. </a:t>
            </a:r>
          </a:p>
        </p:txBody>
      </p:sp>
      <p:sp>
        <p:nvSpPr>
          <p:cNvPr id="71" name="Text Placeholder 43">
            <a:extLst>
              <a:ext uri="{FF2B5EF4-FFF2-40B4-BE49-F238E27FC236}">
                <a16:creationId xmlns:a16="http://schemas.microsoft.com/office/drawing/2014/main" id="{272924B0-3C50-4744-8B54-7FE99B3BEE43}"/>
              </a:ext>
            </a:extLst>
          </p:cNvPr>
          <p:cNvSpPr>
            <a:spLocks noGrp="1"/>
          </p:cNvSpPr>
          <p:nvPr>
            <p:ph type="body" sz="quarter" idx="47" hasCustomPrompt="1"/>
          </p:nvPr>
        </p:nvSpPr>
        <p:spPr>
          <a:xfrm>
            <a:off x="5938801" y="3649086"/>
            <a:ext cx="1836632" cy="958895"/>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wow. Keep it short and sweet and use pull out statistics or quotes to create a more compelling case. </a:t>
            </a:r>
          </a:p>
        </p:txBody>
      </p:sp>
    </p:spTree>
    <p:extLst>
      <p:ext uri="{BB962C8B-B14F-4D97-AF65-F5344CB8AC3E}">
        <p14:creationId xmlns:p14="http://schemas.microsoft.com/office/powerpoint/2010/main" val="31473718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2/22/24</a:t>
            </a:fld>
            <a:endParaRPr lang="en-US"/>
          </a:p>
        </p:txBody>
      </p:sp>
      <p:sp>
        <p:nvSpPr>
          <p:cNvPr id="7" name="Holder 6">
            <a:extLst>
              <a:ext uri="{FF2B5EF4-FFF2-40B4-BE49-F238E27FC236}">
                <a16:creationId xmlns:a16="http://schemas.microsoft.com/office/drawing/2014/main" id="{0681671A-51D8-C94E-A3D7-DBBC57B4A5D3}"/>
              </a:ext>
            </a:extLst>
          </p:cNvPr>
          <p:cNvSpPr>
            <a:spLocks noGrp="1"/>
          </p:cNvSpPr>
          <p:nvPr>
            <p:ph type="sldNum" sz="quarter" idx="7"/>
          </p:nvPr>
        </p:nvSpPr>
        <p:spPr>
          <a:xfrm>
            <a:off x="11527785" y="6524920"/>
            <a:ext cx="366914" cy="93231"/>
          </a:xfrm>
          <a:prstGeom prst="rect">
            <a:avLst/>
          </a:prstGeom>
        </p:spPr>
        <p:txBody>
          <a:bodyPr wrap="square" lIns="0" tIns="0" rIns="0" bIns="0">
            <a:spAutoFit/>
          </a:bodyPr>
          <a:lstStyle>
            <a:lvl1pPr>
              <a:defRPr sz="606" b="0" i="0">
                <a:solidFill>
                  <a:schemeClr val="tx1">
                    <a:lumMod val="75000"/>
                    <a:lumOff val="25000"/>
                  </a:schemeClr>
                </a:solidFill>
                <a:latin typeface="SlalomSans-Light"/>
                <a:cs typeface="SlalomSans-Light"/>
              </a:defRPr>
            </a:lvl1pPr>
          </a:lstStyle>
          <a:p>
            <a:pPr marL="5006">
              <a:spcBef>
                <a:spcPts val="73"/>
              </a:spcBef>
            </a:pPr>
            <a:r>
              <a:rPr lang="en-US" spc="9"/>
              <a:t>pg.</a:t>
            </a:r>
            <a:r>
              <a:rPr lang="en-US" spc="-21"/>
              <a:t> </a:t>
            </a:r>
            <a:fld id="{81D60167-4931-47E6-BA6A-407CBD079E47}" type="slidenum">
              <a:rPr spc="12" smtClean="0"/>
              <a:pPr marL="5006">
                <a:spcBef>
                  <a:spcPts val="73"/>
                </a:spcBef>
              </a:pPr>
              <a:t>‹#›</a:t>
            </a:fld>
            <a:endParaRPr spc="12"/>
          </a:p>
        </p:txBody>
      </p:sp>
    </p:spTree>
    <p:extLst>
      <p:ext uri="{BB962C8B-B14F-4D97-AF65-F5344CB8AC3E}">
        <p14:creationId xmlns:p14="http://schemas.microsoft.com/office/powerpoint/2010/main" val="1839808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Half Circle Photo">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AF7F7"/>
          </a:solidFill>
        </p:spPr>
        <p:txBody>
          <a:bodyPr wrap="square" lIns="0" tIns="0" rIns="0" bIns="0" rtlCol="0"/>
          <a:lstStyle/>
          <a:p>
            <a:endParaRPr sz="1092"/>
          </a:p>
        </p:txBody>
      </p:sp>
      <p:sp>
        <p:nvSpPr>
          <p:cNvPr id="17" name="bg object 17"/>
          <p:cNvSpPr/>
          <p:nvPr/>
        </p:nvSpPr>
        <p:spPr>
          <a:xfrm>
            <a:off x="10649478" y="565209"/>
            <a:ext cx="933077" cy="242591"/>
          </a:xfrm>
          <a:custGeom>
            <a:avLst/>
            <a:gdLst/>
            <a:ahLst/>
            <a:cxnLst/>
            <a:rect l="l" t="t" r="r" b="b"/>
            <a:pathLst>
              <a:path w="1538605" h="400050">
                <a:moveTo>
                  <a:pt x="268351" y="309384"/>
                </a:moveTo>
                <a:lnTo>
                  <a:pt x="238442" y="247637"/>
                </a:lnTo>
                <a:lnTo>
                  <a:pt x="162382" y="220497"/>
                </a:lnTo>
                <a:lnTo>
                  <a:pt x="128193" y="215379"/>
                </a:lnTo>
                <a:lnTo>
                  <a:pt x="110972" y="211607"/>
                </a:lnTo>
                <a:lnTo>
                  <a:pt x="98069" y="207035"/>
                </a:lnTo>
                <a:lnTo>
                  <a:pt x="89966" y="200228"/>
                </a:lnTo>
                <a:lnTo>
                  <a:pt x="87160" y="189725"/>
                </a:lnTo>
                <a:lnTo>
                  <a:pt x="89750" y="180225"/>
                </a:lnTo>
                <a:lnTo>
                  <a:pt x="97637" y="172643"/>
                </a:lnTo>
                <a:lnTo>
                  <a:pt x="110959" y="167614"/>
                </a:lnTo>
                <a:lnTo>
                  <a:pt x="129895" y="165798"/>
                </a:lnTo>
                <a:lnTo>
                  <a:pt x="151320" y="167271"/>
                </a:lnTo>
                <a:lnTo>
                  <a:pt x="171780" y="171145"/>
                </a:lnTo>
                <a:lnTo>
                  <a:pt x="190944" y="176618"/>
                </a:lnTo>
                <a:lnTo>
                  <a:pt x="208521" y="182892"/>
                </a:lnTo>
                <a:lnTo>
                  <a:pt x="220192" y="185534"/>
                </a:lnTo>
                <a:lnTo>
                  <a:pt x="231394" y="183540"/>
                </a:lnTo>
                <a:lnTo>
                  <a:pt x="240982" y="177368"/>
                </a:lnTo>
                <a:lnTo>
                  <a:pt x="247840" y="167513"/>
                </a:lnTo>
                <a:lnTo>
                  <a:pt x="256387" y="136753"/>
                </a:lnTo>
                <a:lnTo>
                  <a:pt x="228155" y="123977"/>
                </a:lnTo>
                <a:lnTo>
                  <a:pt x="197205" y="114096"/>
                </a:lnTo>
                <a:lnTo>
                  <a:pt x="163360" y="107416"/>
                </a:lnTo>
                <a:lnTo>
                  <a:pt x="126479" y="104267"/>
                </a:lnTo>
                <a:lnTo>
                  <a:pt x="80365" y="108991"/>
                </a:lnTo>
                <a:lnTo>
                  <a:pt x="42087" y="125425"/>
                </a:lnTo>
                <a:lnTo>
                  <a:pt x="15671" y="153060"/>
                </a:lnTo>
                <a:lnTo>
                  <a:pt x="5130" y="191439"/>
                </a:lnTo>
                <a:lnTo>
                  <a:pt x="9613" y="222161"/>
                </a:lnTo>
                <a:lnTo>
                  <a:pt x="25641" y="247421"/>
                </a:lnTo>
                <a:lnTo>
                  <a:pt x="57048" y="266915"/>
                </a:lnTo>
                <a:lnTo>
                  <a:pt x="107683" y="280327"/>
                </a:lnTo>
                <a:lnTo>
                  <a:pt x="124777" y="282028"/>
                </a:lnTo>
                <a:lnTo>
                  <a:pt x="149796" y="285584"/>
                </a:lnTo>
                <a:lnTo>
                  <a:pt x="169862" y="289941"/>
                </a:lnTo>
                <a:lnTo>
                  <a:pt x="183184" y="297180"/>
                </a:lnTo>
                <a:lnTo>
                  <a:pt x="188023" y="309384"/>
                </a:lnTo>
                <a:lnTo>
                  <a:pt x="183908" y="322313"/>
                </a:lnTo>
                <a:lnTo>
                  <a:pt x="171780" y="330746"/>
                </a:lnTo>
                <a:lnTo>
                  <a:pt x="151968" y="335343"/>
                </a:lnTo>
                <a:lnTo>
                  <a:pt x="124777" y="336727"/>
                </a:lnTo>
                <a:lnTo>
                  <a:pt x="93903" y="333362"/>
                </a:lnTo>
                <a:lnTo>
                  <a:pt x="66230" y="325196"/>
                </a:lnTo>
                <a:lnTo>
                  <a:pt x="43053" y="315099"/>
                </a:lnTo>
                <a:lnTo>
                  <a:pt x="25641" y="305955"/>
                </a:lnTo>
                <a:lnTo>
                  <a:pt x="0" y="364083"/>
                </a:lnTo>
                <a:lnTo>
                  <a:pt x="30784" y="379780"/>
                </a:lnTo>
                <a:lnTo>
                  <a:pt x="63030" y="390994"/>
                </a:lnTo>
                <a:lnTo>
                  <a:pt x="94945" y="397725"/>
                </a:lnTo>
                <a:lnTo>
                  <a:pt x="124777" y="399973"/>
                </a:lnTo>
                <a:lnTo>
                  <a:pt x="187350" y="394716"/>
                </a:lnTo>
                <a:lnTo>
                  <a:pt x="231813" y="377113"/>
                </a:lnTo>
                <a:lnTo>
                  <a:pt x="258660" y="348297"/>
                </a:lnTo>
                <a:lnTo>
                  <a:pt x="268351" y="309384"/>
                </a:lnTo>
                <a:close/>
              </a:path>
              <a:path w="1538605" h="400050">
                <a:moveTo>
                  <a:pt x="355523" y="0"/>
                </a:moveTo>
                <a:lnTo>
                  <a:pt x="280327" y="0"/>
                </a:lnTo>
                <a:lnTo>
                  <a:pt x="280327" y="360667"/>
                </a:lnTo>
                <a:lnTo>
                  <a:pt x="282727" y="372681"/>
                </a:lnTo>
                <a:lnTo>
                  <a:pt x="289293" y="382447"/>
                </a:lnTo>
                <a:lnTo>
                  <a:pt x="299072" y="389026"/>
                </a:lnTo>
                <a:lnTo>
                  <a:pt x="311086" y="391426"/>
                </a:lnTo>
                <a:lnTo>
                  <a:pt x="355523" y="391426"/>
                </a:lnTo>
                <a:lnTo>
                  <a:pt x="355523" y="0"/>
                </a:lnTo>
                <a:close/>
              </a:path>
              <a:path w="1538605" h="400050">
                <a:moveTo>
                  <a:pt x="661479" y="112814"/>
                </a:moveTo>
                <a:lnTo>
                  <a:pt x="589699" y="112814"/>
                </a:lnTo>
                <a:lnTo>
                  <a:pt x="589699" y="251269"/>
                </a:lnTo>
                <a:lnTo>
                  <a:pt x="584492" y="282028"/>
                </a:lnTo>
                <a:lnTo>
                  <a:pt x="569823" y="306387"/>
                </a:lnTo>
                <a:lnTo>
                  <a:pt x="547154" y="322414"/>
                </a:lnTo>
                <a:lnTo>
                  <a:pt x="517906" y="328180"/>
                </a:lnTo>
                <a:lnTo>
                  <a:pt x="487946" y="322173"/>
                </a:lnTo>
                <a:lnTo>
                  <a:pt x="465353" y="305752"/>
                </a:lnTo>
                <a:lnTo>
                  <a:pt x="451091" y="281305"/>
                </a:lnTo>
                <a:lnTo>
                  <a:pt x="446112" y="251269"/>
                </a:lnTo>
                <a:lnTo>
                  <a:pt x="451091" y="221221"/>
                </a:lnTo>
                <a:lnTo>
                  <a:pt x="465353" y="196786"/>
                </a:lnTo>
                <a:lnTo>
                  <a:pt x="487946" y="180352"/>
                </a:lnTo>
                <a:lnTo>
                  <a:pt x="517906" y="174345"/>
                </a:lnTo>
                <a:lnTo>
                  <a:pt x="547154" y="180111"/>
                </a:lnTo>
                <a:lnTo>
                  <a:pt x="569823" y="196138"/>
                </a:lnTo>
                <a:lnTo>
                  <a:pt x="584492" y="220497"/>
                </a:lnTo>
                <a:lnTo>
                  <a:pt x="589699" y="251269"/>
                </a:lnTo>
                <a:lnTo>
                  <a:pt x="589699" y="112814"/>
                </a:lnTo>
                <a:lnTo>
                  <a:pt x="587984" y="112814"/>
                </a:lnTo>
                <a:lnTo>
                  <a:pt x="587984" y="143586"/>
                </a:lnTo>
                <a:lnTo>
                  <a:pt x="572490" y="127342"/>
                </a:lnTo>
                <a:lnTo>
                  <a:pt x="553796" y="114947"/>
                </a:lnTo>
                <a:lnTo>
                  <a:pt x="531266" y="107048"/>
                </a:lnTo>
                <a:lnTo>
                  <a:pt x="504228" y="104267"/>
                </a:lnTo>
                <a:lnTo>
                  <a:pt x="459816" y="111506"/>
                </a:lnTo>
                <a:lnTo>
                  <a:pt x="422135" y="131889"/>
                </a:lnTo>
                <a:lnTo>
                  <a:pt x="392976" y="163334"/>
                </a:lnTo>
                <a:lnTo>
                  <a:pt x="374167" y="203809"/>
                </a:lnTo>
                <a:lnTo>
                  <a:pt x="367487" y="251269"/>
                </a:lnTo>
                <a:lnTo>
                  <a:pt x="374332" y="298716"/>
                </a:lnTo>
                <a:lnTo>
                  <a:pt x="393471" y="339191"/>
                </a:lnTo>
                <a:lnTo>
                  <a:pt x="422871" y="370649"/>
                </a:lnTo>
                <a:lnTo>
                  <a:pt x="460476" y="391020"/>
                </a:lnTo>
                <a:lnTo>
                  <a:pt x="504228" y="398259"/>
                </a:lnTo>
                <a:lnTo>
                  <a:pt x="530542" y="395516"/>
                </a:lnTo>
                <a:lnTo>
                  <a:pt x="553161" y="387794"/>
                </a:lnTo>
                <a:lnTo>
                  <a:pt x="572249" y="375907"/>
                </a:lnTo>
                <a:lnTo>
                  <a:pt x="587984" y="360667"/>
                </a:lnTo>
                <a:lnTo>
                  <a:pt x="590397" y="372681"/>
                </a:lnTo>
                <a:lnTo>
                  <a:pt x="596963" y="382460"/>
                </a:lnTo>
                <a:lnTo>
                  <a:pt x="606729" y="389026"/>
                </a:lnTo>
                <a:lnTo>
                  <a:pt x="618756" y="391426"/>
                </a:lnTo>
                <a:lnTo>
                  <a:pt x="661479" y="391426"/>
                </a:lnTo>
                <a:lnTo>
                  <a:pt x="661479" y="360667"/>
                </a:lnTo>
                <a:lnTo>
                  <a:pt x="661479" y="328180"/>
                </a:lnTo>
                <a:lnTo>
                  <a:pt x="661479" y="174345"/>
                </a:lnTo>
                <a:lnTo>
                  <a:pt x="661479" y="143586"/>
                </a:lnTo>
                <a:lnTo>
                  <a:pt x="661479" y="112814"/>
                </a:lnTo>
                <a:close/>
              </a:path>
              <a:path w="1538605" h="400050">
                <a:moveTo>
                  <a:pt x="757199" y="0"/>
                </a:moveTo>
                <a:lnTo>
                  <a:pt x="681990" y="0"/>
                </a:lnTo>
                <a:lnTo>
                  <a:pt x="681990" y="360667"/>
                </a:lnTo>
                <a:lnTo>
                  <a:pt x="684390" y="372681"/>
                </a:lnTo>
                <a:lnTo>
                  <a:pt x="690968" y="382447"/>
                </a:lnTo>
                <a:lnTo>
                  <a:pt x="700747" y="389026"/>
                </a:lnTo>
                <a:lnTo>
                  <a:pt x="712762" y="391426"/>
                </a:lnTo>
                <a:lnTo>
                  <a:pt x="757199" y="391426"/>
                </a:lnTo>
                <a:lnTo>
                  <a:pt x="757199" y="0"/>
                </a:lnTo>
                <a:close/>
              </a:path>
              <a:path w="1538605" h="400050">
                <a:moveTo>
                  <a:pt x="1073416" y="251269"/>
                </a:moveTo>
                <a:lnTo>
                  <a:pt x="1065974" y="202996"/>
                </a:lnTo>
                <a:lnTo>
                  <a:pt x="1044981" y="162102"/>
                </a:lnTo>
                <a:lnTo>
                  <a:pt x="1012507" y="130657"/>
                </a:lnTo>
                <a:lnTo>
                  <a:pt x="996505" y="123037"/>
                </a:lnTo>
                <a:lnTo>
                  <a:pt x="996505" y="251269"/>
                </a:lnTo>
                <a:lnTo>
                  <a:pt x="990765" y="282028"/>
                </a:lnTo>
                <a:lnTo>
                  <a:pt x="974928" y="306387"/>
                </a:lnTo>
                <a:lnTo>
                  <a:pt x="951077" y="322414"/>
                </a:lnTo>
                <a:lnTo>
                  <a:pt x="921296" y="328180"/>
                </a:lnTo>
                <a:lnTo>
                  <a:pt x="891527" y="322656"/>
                </a:lnTo>
                <a:lnTo>
                  <a:pt x="867664" y="307035"/>
                </a:lnTo>
                <a:lnTo>
                  <a:pt x="851827" y="282752"/>
                </a:lnTo>
                <a:lnTo>
                  <a:pt x="846086" y="251269"/>
                </a:lnTo>
                <a:lnTo>
                  <a:pt x="851827" y="219773"/>
                </a:lnTo>
                <a:lnTo>
                  <a:pt x="867664" y="195503"/>
                </a:lnTo>
                <a:lnTo>
                  <a:pt x="891527" y="179870"/>
                </a:lnTo>
                <a:lnTo>
                  <a:pt x="921296" y="174345"/>
                </a:lnTo>
                <a:lnTo>
                  <a:pt x="951077" y="179870"/>
                </a:lnTo>
                <a:lnTo>
                  <a:pt x="974928" y="195503"/>
                </a:lnTo>
                <a:lnTo>
                  <a:pt x="990765" y="219773"/>
                </a:lnTo>
                <a:lnTo>
                  <a:pt x="996505" y="251269"/>
                </a:lnTo>
                <a:lnTo>
                  <a:pt x="996505" y="123037"/>
                </a:lnTo>
                <a:lnTo>
                  <a:pt x="970597" y="110693"/>
                </a:lnTo>
                <a:lnTo>
                  <a:pt x="921296" y="104267"/>
                </a:lnTo>
                <a:lnTo>
                  <a:pt x="872007" y="111353"/>
                </a:lnTo>
                <a:lnTo>
                  <a:pt x="830084" y="131394"/>
                </a:lnTo>
                <a:lnTo>
                  <a:pt x="797610" y="162598"/>
                </a:lnTo>
                <a:lnTo>
                  <a:pt x="776617" y="203161"/>
                </a:lnTo>
                <a:lnTo>
                  <a:pt x="769162" y="251269"/>
                </a:lnTo>
                <a:lnTo>
                  <a:pt x="776617" y="298716"/>
                </a:lnTo>
                <a:lnTo>
                  <a:pt x="797610" y="339191"/>
                </a:lnTo>
                <a:lnTo>
                  <a:pt x="830084" y="370649"/>
                </a:lnTo>
                <a:lnTo>
                  <a:pt x="872007" y="391020"/>
                </a:lnTo>
                <a:lnTo>
                  <a:pt x="921296" y="398259"/>
                </a:lnTo>
                <a:lnTo>
                  <a:pt x="970597" y="391185"/>
                </a:lnTo>
                <a:lnTo>
                  <a:pt x="1012507" y="371132"/>
                </a:lnTo>
                <a:lnTo>
                  <a:pt x="1044981" y="339928"/>
                </a:lnTo>
                <a:lnTo>
                  <a:pt x="1051052" y="328180"/>
                </a:lnTo>
                <a:lnTo>
                  <a:pt x="1065974" y="299377"/>
                </a:lnTo>
                <a:lnTo>
                  <a:pt x="1073416" y="251269"/>
                </a:lnTo>
                <a:close/>
              </a:path>
              <a:path w="1538605" h="400050">
                <a:moveTo>
                  <a:pt x="1538351" y="218795"/>
                </a:moveTo>
                <a:lnTo>
                  <a:pt x="1530362" y="174294"/>
                </a:lnTo>
                <a:lnTo>
                  <a:pt x="1507794" y="139738"/>
                </a:lnTo>
                <a:lnTo>
                  <a:pt x="1472730" y="117348"/>
                </a:lnTo>
                <a:lnTo>
                  <a:pt x="1427238" y="109385"/>
                </a:lnTo>
                <a:lnTo>
                  <a:pt x="1399540" y="111823"/>
                </a:lnTo>
                <a:lnTo>
                  <a:pt x="1373606" y="119862"/>
                </a:lnTo>
                <a:lnTo>
                  <a:pt x="1350568" y="134632"/>
                </a:lnTo>
                <a:lnTo>
                  <a:pt x="1331518" y="157251"/>
                </a:lnTo>
                <a:lnTo>
                  <a:pt x="1314932" y="137515"/>
                </a:lnTo>
                <a:lnTo>
                  <a:pt x="1293710" y="122428"/>
                </a:lnTo>
                <a:lnTo>
                  <a:pt x="1268310" y="112776"/>
                </a:lnTo>
                <a:lnTo>
                  <a:pt x="1239227" y="109385"/>
                </a:lnTo>
                <a:lnTo>
                  <a:pt x="1216304" y="111709"/>
                </a:lnTo>
                <a:lnTo>
                  <a:pt x="1194358" y="119011"/>
                </a:lnTo>
                <a:lnTo>
                  <a:pt x="1174318" y="131749"/>
                </a:lnTo>
                <a:lnTo>
                  <a:pt x="1157173" y="150418"/>
                </a:lnTo>
                <a:lnTo>
                  <a:pt x="1157173" y="117944"/>
                </a:lnTo>
                <a:lnTo>
                  <a:pt x="1083678" y="117944"/>
                </a:lnTo>
                <a:lnTo>
                  <a:pt x="1083678" y="367499"/>
                </a:lnTo>
                <a:lnTo>
                  <a:pt x="1086078" y="379514"/>
                </a:lnTo>
                <a:lnTo>
                  <a:pt x="1092657" y="389280"/>
                </a:lnTo>
                <a:lnTo>
                  <a:pt x="1102423" y="395859"/>
                </a:lnTo>
                <a:lnTo>
                  <a:pt x="1114437" y="398259"/>
                </a:lnTo>
                <a:lnTo>
                  <a:pt x="1158875" y="398259"/>
                </a:lnTo>
                <a:lnTo>
                  <a:pt x="1158875" y="244436"/>
                </a:lnTo>
                <a:lnTo>
                  <a:pt x="1163662" y="216522"/>
                </a:lnTo>
                <a:lnTo>
                  <a:pt x="1176616" y="196786"/>
                </a:lnTo>
                <a:lnTo>
                  <a:pt x="1195654" y="185064"/>
                </a:lnTo>
                <a:lnTo>
                  <a:pt x="1218704" y="181190"/>
                </a:lnTo>
                <a:lnTo>
                  <a:pt x="1241679" y="185305"/>
                </a:lnTo>
                <a:lnTo>
                  <a:pt x="1258874" y="197421"/>
                </a:lnTo>
                <a:lnTo>
                  <a:pt x="1269669" y="217246"/>
                </a:lnTo>
                <a:lnTo>
                  <a:pt x="1273416" y="244436"/>
                </a:lnTo>
                <a:lnTo>
                  <a:pt x="1273416" y="367499"/>
                </a:lnTo>
                <a:lnTo>
                  <a:pt x="1275816" y="379514"/>
                </a:lnTo>
                <a:lnTo>
                  <a:pt x="1282382" y="389280"/>
                </a:lnTo>
                <a:lnTo>
                  <a:pt x="1292161" y="395859"/>
                </a:lnTo>
                <a:lnTo>
                  <a:pt x="1304175" y="398259"/>
                </a:lnTo>
                <a:lnTo>
                  <a:pt x="1348613" y="398259"/>
                </a:lnTo>
                <a:lnTo>
                  <a:pt x="1348613" y="244436"/>
                </a:lnTo>
                <a:lnTo>
                  <a:pt x="1353388" y="216522"/>
                </a:lnTo>
                <a:lnTo>
                  <a:pt x="1366342" y="196786"/>
                </a:lnTo>
                <a:lnTo>
                  <a:pt x="1385392" y="185064"/>
                </a:lnTo>
                <a:lnTo>
                  <a:pt x="1408442" y="181190"/>
                </a:lnTo>
                <a:lnTo>
                  <a:pt x="1431417" y="185305"/>
                </a:lnTo>
                <a:lnTo>
                  <a:pt x="1448612" y="197421"/>
                </a:lnTo>
                <a:lnTo>
                  <a:pt x="1459395" y="217246"/>
                </a:lnTo>
                <a:lnTo>
                  <a:pt x="1463128" y="244436"/>
                </a:lnTo>
                <a:lnTo>
                  <a:pt x="1463128" y="367499"/>
                </a:lnTo>
                <a:lnTo>
                  <a:pt x="1465541" y="379514"/>
                </a:lnTo>
                <a:lnTo>
                  <a:pt x="1472107" y="389280"/>
                </a:lnTo>
                <a:lnTo>
                  <a:pt x="1481886" y="395859"/>
                </a:lnTo>
                <a:lnTo>
                  <a:pt x="1493901" y="398259"/>
                </a:lnTo>
                <a:lnTo>
                  <a:pt x="1538351" y="398259"/>
                </a:lnTo>
                <a:lnTo>
                  <a:pt x="1538351" y="218795"/>
                </a:lnTo>
                <a:close/>
              </a:path>
            </a:pathLst>
          </a:custGeom>
          <a:solidFill>
            <a:srgbClr val="09091C"/>
          </a:solidFill>
        </p:spPr>
        <p:txBody>
          <a:bodyPr wrap="square" lIns="0" tIns="0" rIns="0" bIns="0" rtlCol="0"/>
          <a:lstStyle/>
          <a:p>
            <a:endParaRPr sz="1092"/>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2/22/24</a:t>
            </a:fld>
            <a:endParaRPr lang="en-US"/>
          </a:p>
        </p:txBody>
      </p:sp>
      <p:sp>
        <p:nvSpPr>
          <p:cNvPr id="7" name="Holder 6">
            <a:extLst>
              <a:ext uri="{FF2B5EF4-FFF2-40B4-BE49-F238E27FC236}">
                <a16:creationId xmlns:a16="http://schemas.microsoft.com/office/drawing/2014/main" id="{0681671A-51D8-C94E-A3D7-DBBC57B4A5D3}"/>
              </a:ext>
            </a:extLst>
          </p:cNvPr>
          <p:cNvSpPr>
            <a:spLocks noGrp="1"/>
          </p:cNvSpPr>
          <p:nvPr>
            <p:ph type="sldNum" sz="quarter" idx="7"/>
          </p:nvPr>
        </p:nvSpPr>
        <p:spPr>
          <a:xfrm>
            <a:off x="11527785" y="6524920"/>
            <a:ext cx="366914" cy="93231"/>
          </a:xfrm>
          <a:prstGeom prst="rect">
            <a:avLst/>
          </a:prstGeom>
        </p:spPr>
        <p:txBody>
          <a:bodyPr wrap="square" lIns="0" tIns="0" rIns="0" bIns="0">
            <a:spAutoFit/>
          </a:bodyPr>
          <a:lstStyle>
            <a:lvl1pPr>
              <a:defRPr sz="606" b="0" i="0">
                <a:solidFill>
                  <a:schemeClr val="tx1">
                    <a:lumMod val="75000"/>
                    <a:lumOff val="25000"/>
                  </a:schemeClr>
                </a:solidFill>
                <a:latin typeface="SlalomSans-Light"/>
                <a:cs typeface="SlalomSans-Light"/>
              </a:defRPr>
            </a:lvl1pPr>
          </a:lstStyle>
          <a:p>
            <a:pPr marL="5006">
              <a:spcBef>
                <a:spcPts val="73"/>
              </a:spcBef>
            </a:pPr>
            <a:r>
              <a:rPr lang="en-US" spc="9"/>
              <a:t>pg.</a:t>
            </a:r>
            <a:r>
              <a:rPr lang="en-US" spc="-21"/>
              <a:t> </a:t>
            </a:r>
            <a:fld id="{81D60167-4931-47E6-BA6A-407CBD079E47}" type="slidenum">
              <a:rPr spc="12" smtClean="0"/>
              <a:pPr marL="5006">
                <a:spcBef>
                  <a:spcPts val="73"/>
                </a:spcBef>
              </a:pPr>
              <a:t>‹#›</a:t>
            </a:fld>
            <a:endParaRPr spc="12"/>
          </a:p>
        </p:txBody>
      </p:sp>
      <p:sp>
        <p:nvSpPr>
          <p:cNvPr id="5" name="Picture Placeholder 4">
            <a:extLst>
              <a:ext uri="{FF2B5EF4-FFF2-40B4-BE49-F238E27FC236}">
                <a16:creationId xmlns:a16="http://schemas.microsoft.com/office/drawing/2014/main" id="{5ED7ACBE-8563-FC46-A210-221CB7EAE6AB}"/>
              </a:ext>
            </a:extLst>
          </p:cNvPr>
          <p:cNvSpPr>
            <a:spLocks noGrp="1"/>
          </p:cNvSpPr>
          <p:nvPr>
            <p:ph type="pic" sz="quarter" idx="10" hasCustomPrompt="1"/>
          </p:nvPr>
        </p:nvSpPr>
        <p:spPr>
          <a:xfrm>
            <a:off x="8173685" y="-2401012"/>
            <a:ext cx="4647093" cy="4646766"/>
          </a:xfrm>
          <a:prstGeom prst="ellipse">
            <a:avLst/>
          </a:prstGeom>
          <a:solidFill>
            <a:schemeClr val="bg1">
              <a:lumMod val="50000"/>
            </a:schemeClr>
          </a:solidFill>
        </p:spPr>
        <p:txBody>
          <a:bodyPr lIns="182880" bIns="1371600" anchor="b">
            <a:noAutofit/>
          </a:bodyPr>
          <a:lstStyle>
            <a:lvl1pPr algn="l">
              <a:defRPr sz="2911">
                <a:solidFill>
                  <a:schemeClr val="bg1"/>
                </a:solidFill>
              </a:defRPr>
            </a:lvl1pPr>
          </a:lstStyle>
          <a:p>
            <a:r>
              <a:rPr lang="en-US"/>
              <a:t>Insert picture</a:t>
            </a:r>
          </a:p>
        </p:txBody>
      </p:sp>
    </p:spTree>
    <p:extLst>
      <p:ext uri="{BB962C8B-B14F-4D97-AF65-F5344CB8AC3E}">
        <p14:creationId xmlns:p14="http://schemas.microsoft.com/office/powerpoint/2010/main" val="290719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066800"/>
            <a:ext cx="10972800" cy="1518356"/>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2819401"/>
            <a:ext cx="10972800" cy="3129844"/>
          </a:xfrm>
          <a:prstGeom prst="rect">
            <a:avLst/>
          </a:prstGeom>
        </p:spPr>
        <p:txBody>
          <a:bodyPr vert="horz" lIns="91440" tIns="45720" rIns="91440" bIns="45720" rtlCol="0">
            <a:normAutofit/>
          </a:bodyPr>
          <a:lstStyle/>
          <a:p>
            <a:pPr lvl="0"/>
            <a:r>
              <a:rPr lang="en-US"/>
              <a:t>First level</a:t>
            </a:r>
          </a:p>
          <a:p>
            <a:pPr lvl="1"/>
            <a:r>
              <a:rPr lang="en-US"/>
              <a:t>second level</a:t>
            </a:r>
          </a:p>
          <a:p>
            <a:pPr lvl="2"/>
            <a:r>
              <a:rPr lang="en-US"/>
              <a:t>third level</a:t>
            </a:r>
          </a:p>
        </p:txBody>
      </p:sp>
      <p:sp>
        <p:nvSpPr>
          <p:cNvPr id="4" name="Date Placeholder 3"/>
          <p:cNvSpPr>
            <a:spLocks noGrp="1"/>
          </p:cNvSpPr>
          <p:nvPr>
            <p:ph type="dt" sz="half" idx="2"/>
          </p:nvPr>
        </p:nvSpPr>
        <p:spPr>
          <a:xfrm>
            <a:off x="4724400" y="6296821"/>
            <a:ext cx="2743200" cy="365125"/>
          </a:xfrm>
          <a:prstGeom prst="rect">
            <a:avLst/>
          </a:prstGeom>
        </p:spPr>
        <p:txBody>
          <a:bodyPr vert="horz" lIns="91440" tIns="45720" rIns="91440" bIns="45720" rtlCol="0" anchor="ctr"/>
          <a:lstStyle>
            <a:lvl1pPr algn="ctr">
              <a:defRPr sz="800">
                <a:solidFill>
                  <a:schemeClr val="tx1">
                    <a:tint val="75000"/>
                  </a:schemeClr>
                </a:solidFill>
                <a:latin typeface="Slalom Sans Light" panose="00000400000000000000" pitchFamily="50" charset="0"/>
              </a:defRPr>
            </a:lvl1pPr>
          </a:lstStyle>
          <a:p>
            <a:fld id="{F6EF39B3-04F5-42A6-A55F-73F9A76E46F8}" type="datetime1">
              <a:rPr lang="en-GB" smtClean="0"/>
              <a:t>22/02/2024</a:t>
            </a:fld>
            <a:endParaRPr lang="en-GB"/>
          </a:p>
        </p:txBody>
      </p:sp>
      <p:sp>
        <p:nvSpPr>
          <p:cNvPr id="5" name="Footer Placeholder 4"/>
          <p:cNvSpPr>
            <a:spLocks noGrp="1"/>
          </p:cNvSpPr>
          <p:nvPr>
            <p:ph type="ftr" sz="quarter" idx="3"/>
          </p:nvPr>
        </p:nvSpPr>
        <p:spPr>
          <a:xfrm>
            <a:off x="609600" y="6330689"/>
            <a:ext cx="3276600" cy="365125"/>
          </a:xfrm>
          <a:prstGeom prst="rect">
            <a:avLst/>
          </a:prstGeom>
        </p:spPr>
        <p:txBody>
          <a:bodyPr vert="horz" lIns="0" tIns="0" rIns="0" bIns="0" rtlCol="0" anchor="ctr"/>
          <a:lstStyle>
            <a:lvl1pPr>
              <a:defRPr lang="en-US" sz="800" dirty="0">
                <a:solidFill>
                  <a:schemeClr val="tx1">
                    <a:tint val="75000"/>
                  </a:schemeClr>
                </a:solidFill>
                <a:latin typeface="Slalom Sans Light" panose="00000400000000000000" pitchFamily="50" charset="0"/>
              </a:defRPr>
            </a:lvl1pPr>
          </a:lstStyle>
          <a:p>
            <a:endParaRPr lang="en-GB"/>
          </a:p>
        </p:txBody>
      </p:sp>
      <p:sp>
        <p:nvSpPr>
          <p:cNvPr id="6" name="Slide Number Placeholder 5"/>
          <p:cNvSpPr>
            <a:spLocks noGrp="1"/>
          </p:cNvSpPr>
          <p:nvPr>
            <p:ph type="sldNum" sz="quarter" idx="4"/>
          </p:nvPr>
        </p:nvSpPr>
        <p:spPr>
          <a:xfrm>
            <a:off x="8610600" y="6311194"/>
            <a:ext cx="2971800" cy="365125"/>
          </a:xfrm>
          <a:prstGeom prst="rect">
            <a:avLst/>
          </a:prstGeom>
        </p:spPr>
        <p:txBody>
          <a:bodyPr vert="horz" lIns="0" tIns="0" rIns="0" bIns="0" rtlCol="0" anchor="ctr"/>
          <a:lstStyle>
            <a:lvl1pPr algn="r">
              <a:defRPr sz="800">
                <a:solidFill>
                  <a:schemeClr val="tx1">
                    <a:tint val="75000"/>
                  </a:schemeClr>
                </a:solidFill>
                <a:latin typeface="Slalom Sans Light" panose="00000400000000000000" pitchFamily="50" charset="0"/>
              </a:defRPr>
            </a:lvl1pPr>
          </a:lstStyle>
          <a:p>
            <a:fld id="{D89D76C3-A5A9-4168-BE2E-6A3D1757D92E}" type="slidenum">
              <a:rPr lang="en-GB" smtClean="0"/>
              <a:pPr/>
              <a:t>‹#›</a:t>
            </a:fld>
            <a:endParaRPr lang="en-GB"/>
          </a:p>
        </p:txBody>
      </p:sp>
      <p:grpSp>
        <p:nvGrpSpPr>
          <p:cNvPr id="28" name="Group 27">
            <a:extLst>
              <a:ext uri="{FF2B5EF4-FFF2-40B4-BE49-F238E27FC236}">
                <a16:creationId xmlns:a16="http://schemas.microsoft.com/office/drawing/2014/main" id="{006A5BCD-4A9D-4DB5-B225-55C5CA0DBC55}"/>
              </a:ext>
            </a:extLst>
          </p:cNvPr>
          <p:cNvGrpSpPr>
            <a:grpSpLocks noChangeAspect="1"/>
          </p:cNvGrpSpPr>
          <p:nvPr userDrawn="1"/>
        </p:nvGrpSpPr>
        <p:grpSpPr>
          <a:xfrm>
            <a:off x="9837538" y="418337"/>
            <a:ext cx="1874520" cy="356616"/>
            <a:chOff x="4622794" y="4407347"/>
            <a:chExt cx="1621410" cy="315478"/>
          </a:xfrm>
        </p:grpSpPr>
        <p:grpSp>
          <p:nvGrpSpPr>
            <p:cNvPr id="29" name="Group 28">
              <a:extLst>
                <a:ext uri="{FF2B5EF4-FFF2-40B4-BE49-F238E27FC236}">
                  <a16:creationId xmlns:a16="http://schemas.microsoft.com/office/drawing/2014/main" id="{08F0A6D7-0492-4573-9B42-1154733EA980}"/>
                </a:ext>
              </a:extLst>
            </p:cNvPr>
            <p:cNvGrpSpPr/>
            <p:nvPr/>
          </p:nvGrpSpPr>
          <p:grpSpPr>
            <a:xfrm>
              <a:off x="4622794" y="4451367"/>
              <a:ext cx="745893" cy="195646"/>
              <a:chOff x="4240213" y="4427538"/>
              <a:chExt cx="484187" cy="127000"/>
            </a:xfrm>
            <a:solidFill>
              <a:schemeClr val="bg1"/>
            </a:solidFill>
          </p:grpSpPr>
          <p:sp>
            <p:nvSpPr>
              <p:cNvPr id="43" name="Freeform 102">
                <a:extLst>
                  <a:ext uri="{FF2B5EF4-FFF2-40B4-BE49-F238E27FC236}">
                    <a16:creationId xmlns:a16="http://schemas.microsoft.com/office/drawing/2014/main" id="{73FAAF7B-1D32-45A9-BF64-B279C7F50CE8}"/>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103">
                <a:extLst>
                  <a:ext uri="{FF2B5EF4-FFF2-40B4-BE49-F238E27FC236}">
                    <a16:creationId xmlns:a16="http://schemas.microsoft.com/office/drawing/2014/main" id="{E447FB47-878F-4AE3-BB24-0842120880FB}"/>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104">
                <a:extLst>
                  <a:ext uri="{FF2B5EF4-FFF2-40B4-BE49-F238E27FC236}">
                    <a16:creationId xmlns:a16="http://schemas.microsoft.com/office/drawing/2014/main" id="{3BE0215A-DD85-46B9-A0E2-7858E115B203}"/>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5">
                <a:extLst>
                  <a:ext uri="{FF2B5EF4-FFF2-40B4-BE49-F238E27FC236}">
                    <a16:creationId xmlns:a16="http://schemas.microsoft.com/office/drawing/2014/main" id="{69260C8B-46EB-49E3-B48F-FEB1BA139DFE}"/>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6">
                <a:extLst>
                  <a:ext uri="{FF2B5EF4-FFF2-40B4-BE49-F238E27FC236}">
                    <a16:creationId xmlns:a16="http://schemas.microsoft.com/office/drawing/2014/main" id="{927DA6E4-AF6E-4570-A070-F72BB631C19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7">
                <a:extLst>
                  <a:ext uri="{FF2B5EF4-FFF2-40B4-BE49-F238E27FC236}">
                    <a16:creationId xmlns:a16="http://schemas.microsoft.com/office/drawing/2014/main" id="{98702074-512F-4A57-8DCC-5280252787AD}"/>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 name="Freeform 108">
              <a:extLst>
                <a:ext uri="{FF2B5EF4-FFF2-40B4-BE49-F238E27FC236}">
                  <a16:creationId xmlns:a16="http://schemas.microsoft.com/office/drawing/2014/main" id="{38AB5A02-2D59-4F46-9BA8-8763E6685A65}"/>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bg1"/>
            </a:solidFill>
            <a:ln>
              <a:noFill/>
            </a:ln>
            <a:effectLst/>
          </p:spPr>
          <p:txBody>
            <a:bodyPr wrap="none" anchor="ctr"/>
            <a:lstStyle/>
            <a:p>
              <a:endParaRPr lang="en-US"/>
            </a:p>
          </p:txBody>
        </p:sp>
        <p:grpSp>
          <p:nvGrpSpPr>
            <p:cNvPr id="31" name="Group 30">
              <a:extLst>
                <a:ext uri="{FF2B5EF4-FFF2-40B4-BE49-F238E27FC236}">
                  <a16:creationId xmlns:a16="http://schemas.microsoft.com/office/drawing/2014/main" id="{A1E23D61-B6D2-4B23-BFBF-248591B9514C}"/>
                </a:ext>
              </a:extLst>
            </p:cNvPr>
            <p:cNvGrpSpPr/>
            <p:nvPr/>
          </p:nvGrpSpPr>
          <p:grpSpPr>
            <a:xfrm>
              <a:off x="5796668" y="4407347"/>
              <a:ext cx="447536" cy="315478"/>
              <a:chOff x="5002213" y="4398963"/>
              <a:chExt cx="290512" cy="204787"/>
            </a:xfrm>
          </p:grpSpPr>
          <p:sp>
            <p:nvSpPr>
              <p:cNvPr id="32" name="Freeform 109">
                <a:extLst>
                  <a:ext uri="{FF2B5EF4-FFF2-40B4-BE49-F238E27FC236}">
                    <a16:creationId xmlns:a16="http://schemas.microsoft.com/office/drawing/2014/main" id="{04429AA8-8CBA-4EF0-B56F-7883EB199BE7}"/>
                  </a:ext>
                </a:extLst>
              </p:cNvPr>
              <p:cNvSpPr>
                <a:spLocks noChangeArrowheads="1"/>
              </p:cNvSpPr>
              <p:nvPr/>
            </p:nvSpPr>
            <p:spPr bwMode="auto">
              <a:xfrm>
                <a:off x="5002213" y="4398963"/>
                <a:ext cx="290512" cy="204787"/>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 name="Freeform 110">
                <a:extLst>
                  <a:ext uri="{FF2B5EF4-FFF2-40B4-BE49-F238E27FC236}">
                    <a16:creationId xmlns:a16="http://schemas.microsoft.com/office/drawing/2014/main" id="{A3C4B37F-F887-4F89-9407-235A349A59F7}"/>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111">
                <a:extLst>
                  <a:ext uri="{FF2B5EF4-FFF2-40B4-BE49-F238E27FC236}">
                    <a16:creationId xmlns:a16="http://schemas.microsoft.com/office/drawing/2014/main" id="{8AB1588D-F359-4D2F-B04F-793C3E19B324}"/>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2">
                <a:extLst>
                  <a:ext uri="{FF2B5EF4-FFF2-40B4-BE49-F238E27FC236}">
                    <a16:creationId xmlns:a16="http://schemas.microsoft.com/office/drawing/2014/main" id="{9B48C0CF-6DE4-4B0F-985E-01D398F03078}"/>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3">
                <a:extLst>
                  <a:ext uri="{FF2B5EF4-FFF2-40B4-BE49-F238E27FC236}">
                    <a16:creationId xmlns:a16="http://schemas.microsoft.com/office/drawing/2014/main" id="{DE7A1F36-6ABE-44F7-B058-7D5B481F982F}"/>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4">
                <a:extLst>
                  <a:ext uri="{FF2B5EF4-FFF2-40B4-BE49-F238E27FC236}">
                    <a16:creationId xmlns:a16="http://schemas.microsoft.com/office/drawing/2014/main" id="{2A978A00-3C93-4FC9-976B-4C6C6740232A}"/>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5">
                <a:extLst>
                  <a:ext uri="{FF2B5EF4-FFF2-40B4-BE49-F238E27FC236}">
                    <a16:creationId xmlns:a16="http://schemas.microsoft.com/office/drawing/2014/main" id="{9F8A7AF3-FD0C-41D8-A4C3-9712933C565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6">
                <a:extLst>
                  <a:ext uri="{FF2B5EF4-FFF2-40B4-BE49-F238E27FC236}">
                    <a16:creationId xmlns:a16="http://schemas.microsoft.com/office/drawing/2014/main" id="{51A9B06C-AADC-40F6-BB43-FA660FA4588E}"/>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7">
                <a:extLst>
                  <a:ext uri="{FF2B5EF4-FFF2-40B4-BE49-F238E27FC236}">
                    <a16:creationId xmlns:a16="http://schemas.microsoft.com/office/drawing/2014/main" id="{36821751-A47A-4E5E-9C63-84325521FF47}"/>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8">
                <a:extLst>
                  <a:ext uri="{FF2B5EF4-FFF2-40B4-BE49-F238E27FC236}">
                    <a16:creationId xmlns:a16="http://schemas.microsoft.com/office/drawing/2014/main" id="{24744541-D406-4ED9-AFC3-3AB784EFE0E3}"/>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9">
                <a:extLst>
                  <a:ext uri="{FF2B5EF4-FFF2-40B4-BE49-F238E27FC236}">
                    <a16:creationId xmlns:a16="http://schemas.microsoft.com/office/drawing/2014/main" id="{F2D223F2-4DB2-4DD6-9A0B-43CD7079DB04}"/>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1418412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hf hdr="0" dt="0"/>
  <p:txStyles>
    <p:titleStyle>
      <a:lvl1pPr algn="l" defTabSz="914400" rtl="0" eaLnBrk="1" latinLnBrk="0" hangingPunct="1">
        <a:lnSpc>
          <a:spcPct val="90000"/>
        </a:lnSpc>
        <a:spcBef>
          <a:spcPct val="0"/>
        </a:spcBef>
        <a:buNone/>
        <a:defRPr sz="4400" kern="1000" spc="-10" baseline="0">
          <a:solidFill>
            <a:schemeClr val="accent2"/>
          </a:solidFill>
          <a:latin typeface="Slalom Sans Bold" panose="00000800000000000000" pitchFamily="50" charset="0"/>
          <a:ea typeface="+mj-ea"/>
          <a:cs typeface="+mj-cs"/>
        </a:defRPr>
      </a:lvl1pPr>
    </p:titleStyle>
    <p:bodyStyle>
      <a:lvl1pPr marL="228600" indent="-228600" algn="l" defTabSz="914400" rtl="0" eaLnBrk="1" latinLnBrk="0" hangingPunct="1">
        <a:lnSpc>
          <a:spcPct val="90000"/>
        </a:lnSpc>
        <a:spcBef>
          <a:spcPts val="1000"/>
        </a:spcBef>
        <a:buSzPct val="70000"/>
        <a:buFont typeface="Arial" panose="020B0604020202020204" pitchFamily="34" charset="0"/>
        <a:buChar char="•"/>
        <a:defRPr sz="1800" kern="1200" baseline="0">
          <a:solidFill>
            <a:schemeClr val="accent2"/>
          </a:solidFill>
          <a:latin typeface="Slalom Sans Light" panose="00000400000000000000" pitchFamily="50" charset="0"/>
          <a:ea typeface="+mn-ea"/>
          <a:cs typeface="+mn-cs"/>
        </a:defRPr>
      </a:lvl1pPr>
      <a:lvl2pPr marL="685800" indent="-228600" algn="l" defTabSz="914400" rtl="0" eaLnBrk="1" latinLnBrk="0" hangingPunct="1">
        <a:lnSpc>
          <a:spcPct val="90000"/>
        </a:lnSpc>
        <a:spcBef>
          <a:spcPts val="500"/>
        </a:spcBef>
        <a:buSzPct val="100000"/>
        <a:buFont typeface="+mj-lt"/>
        <a:buAutoNum type="arabicPeriod"/>
        <a:defRPr sz="1800" kern="1200">
          <a:solidFill>
            <a:schemeClr val="accent2"/>
          </a:solidFill>
          <a:latin typeface="Slalom Sans Light" panose="00000400000000000000" pitchFamily="50" charset="0"/>
          <a:ea typeface="+mn-ea"/>
          <a:cs typeface="+mn-cs"/>
        </a:defRPr>
      </a:lvl2pPr>
      <a:lvl3pPr marL="1257300" indent="-342900" algn="l" defTabSz="914400" rtl="0" eaLnBrk="1" latinLnBrk="0" hangingPunct="1">
        <a:lnSpc>
          <a:spcPct val="90000"/>
        </a:lnSpc>
        <a:spcBef>
          <a:spcPts val="500"/>
        </a:spcBef>
        <a:buFont typeface="+mj-lt"/>
        <a:buAutoNum type="alphaUcPeriod"/>
        <a:defRPr sz="1800" kern="1200">
          <a:solidFill>
            <a:schemeClr val="accent2"/>
          </a:solidFill>
          <a:latin typeface="Slalom Sans Light" panose="00000400000000000000" pitchFamily="50" charset="0"/>
          <a:ea typeface="+mn-ea"/>
          <a:cs typeface="+mn-cs"/>
        </a:defRPr>
      </a:lvl3pPr>
      <a:lvl4pPr marL="1714500" indent="-342900" algn="l" defTabSz="914400" rtl="0" eaLnBrk="1" latinLnBrk="0" hangingPunct="1">
        <a:lnSpc>
          <a:spcPct val="90000"/>
        </a:lnSpc>
        <a:spcBef>
          <a:spcPts val="500"/>
        </a:spcBef>
        <a:buFont typeface="+mj-lt"/>
        <a:buAutoNum type="alphaUcPeriod"/>
        <a:defRPr sz="1800" kern="1200">
          <a:solidFill>
            <a:schemeClr val="accent2"/>
          </a:solidFill>
          <a:latin typeface="Slalom Sans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2"/>
          </a:solidFill>
          <a:latin typeface="Slalom Sans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72">
          <p15:clr>
            <a:srgbClr val="F26B43"/>
          </p15:clr>
        </p15:guide>
        <p15:guide id="2" pos="816">
          <p15:clr>
            <a:srgbClr val="F26B43"/>
          </p15:clr>
        </p15:guide>
        <p15:guide id="3" pos="384">
          <p15:clr>
            <a:srgbClr val="F26B43"/>
          </p15:clr>
        </p15:guide>
        <p15:guide id="4" orient="horz" pos="384">
          <p15:clr>
            <a:srgbClr val="F26B43"/>
          </p15:clr>
        </p15:guide>
        <p15:guide id="5" orient="horz" pos="3936">
          <p15:clr>
            <a:srgbClr val="F26B43"/>
          </p15:clr>
        </p15:guide>
        <p15:guide id="6" pos="7296">
          <p15:clr>
            <a:srgbClr val="F26B43"/>
          </p15:clr>
        </p15:guide>
        <p15:guide id="7" pos="960">
          <p15:clr>
            <a:srgbClr val="F26B43"/>
          </p15:clr>
        </p15:guide>
        <p15:guide id="8" pos="1416">
          <p15:clr>
            <a:srgbClr val="F26B43"/>
          </p15:clr>
        </p15:guide>
        <p15:guide id="9" pos="1560">
          <p15:clr>
            <a:srgbClr val="F26B43"/>
          </p15:clr>
        </p15:guide>
        <p15:guide id="10" pos="1992">
          <p15:clr>
            <a:srgbClr val="F26B43"/>
          </p15:clr>
        </p15:guide>
        <p15:guide id="11" pos="2136">
          <p15:clr>
            <a:srgbClr val="F26B43"/>
          </p15:clr>
        </p15:guide>
        <p15:guide id="12" pos="2592">
          <p15:clr>
            <a:srgbClr val="F26B43"/>
          </p15:clr>
        </p15:guide>
        <p15:guide id="13" pos="2712">
          <p15:clr>
            <a:srgbClr val="F26B43"/>
          </p15:clr>
        </p15:guide>
        <p15:guide id="14" pos="3168">
          <p15:clr>
            <a:srgbClr val="F26B43"/>
          </p15:clr>
        </p15:guide>
        <p15:guide id="15" pos="3312">
          <p15:clr>
            <a:srgbClr val="F26B43"/>
          </p15:clr>
        </p15:guide>
        <p15:guide id="16" pos="3768">
          <p15:clr>
            <a:srgbClr val="F26B43"/>
          </p15:clr>
        </p15:guide>
        <p15:guide id="17" pos="3912">
          <p15:clr>
            <a:srgbClr val="F26B43"/>
          </p15:clr>
        </p15:guide>
        <p15:guide id="18" pos="4344">
          <p15:clr>
            <a:srgbClr val="F26B43"/>
          </p15:clr>
        </p15:guide>
        <p15:guide id="19" pos="4488">
          <p15:clr>
            <a:srgbClr val="F26B43"/>
          </p15:clr>
        </p15:guide>
        <p15:guide id="20" pos="4944">
          <p15:clr>
            <a:srgbClr val="F26B43"/>
          </p15:clr>
        </p15:guide>
        <p15:guide id="21" pos="5088">
          <p15:clr>
            <a:srgbClr val="F26B43"/>
          </p15:clr>
        </p15:guide>
        <p15:guide id="22" pos="5520">
          <p15:clr>
            <a:srgbClr val="F26B43"/>
          </p15:clr>
        </p15:guide>
        <p15:guide id="23" pos="5664">
          <p15:clr>
            <a:srgbClr val="F26B43"/>
          </p15:clr>
        </p15:guide>
        <p15:guide id="24" pos="6120">
          <p15:clr>
            <a:srgbClr val="F26B43"/>
          </p15:clr>
        </p15:guide>
        <p15:guide id="25" pos="6264">
          <p15:clr>
            <a:srgbClr val="F26B43"/>
          </p15:clr>
        </p15:guide>
        <p15:guide id="26" pos="6696">
          <p15:clr>
            <a:srgbClr val="F26B43"/>
          </p15:clr>
        </p15:guide>
        <p15:guide id="27" pos="6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D76C3-A5A9-4168-BE2E-6A3D1757D92E}" type="slidenum">
              <a:rPr kumimoji="0" lang="en-GB" sz="800" b="0" i="0" u="none" strike="noStrike" kern="1200" cap="none" spc="0" normalizeH="0" baseline="0" noProof="0" smtClean="0">
                <a:ln>
                  <a:noFill/>
                </a:ln>
                <a:solidFill>
                  <a:srgbClr val="1E1E1E">
                    <a:tint val="75000"/>
                  </a:srgbClr>
                </a:solidFill>
                <a:effectLst/>
                <a:uLnTx/>
                <a:uFillTx/>
                <a:latin typeface="Slalom Sans Light" panose="000004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dirty="0">
              <a:ln>
                <a:noFill/>
              </a:ln>
              <a:solidFill>
                <a:srgbClr val="1E1E1E">
                  <a:tint val="75000"/>
                </a:srgbClr>
              </a:solidFill>
              <a:effectLst/>
              <a:uLnTx/>
              <a:uFillTx/>
              <a:latin typeface="Slalom Sans Light" panose="00000400000000000000" pitchFamily="50" charset="0"/>
              <a:ea typeface="+mn-ea"/>
              <a:cs typeface="+mn-cs"/>
            </a:endParaRPr>
          </a:p>
        </p:txBody>
      </p:sp>
      <p:sp>
        <p:nvSpPr>
          <p:cNvPr id="5" name="object 2"/>
          <p:cNvSpPr txBox="1"/>
          <p:nvPr/>
        </p:nvSpPr>
        <p:spPr>
          <a:xfrm>
            <a:off x="601740" y="4483952"/>
            <a:ext cx="3265087" cy="1827242"/>
          </a:xfrm>
          <a:prstGeom prst="rect">
            <a:avLst/>
          </a:prstGeom>
        </p:spPr>
        <p:txBody>
          <a:bodyPr vert="horz" wrap="square" lIns="0" tIns="7700" rIns="0" bIns="0" rtlCol="0">
            <a:noAutofit/>
          </a:bodyPr>
          <a:lstStyle/>
          <a:p>
            <a:pPr marL="0" indent="0">
              <a:buNone/>
            </a:pPr>
            <a:r>
              <a:rPr lang="en-US" sz="1000" b="0" i="0" u="none" strike="noStrike" kern="1200" dirty="0" err="1">
                <a:solidFill>
                  <a:schemeClr val="dk1"/>
                </a:solidFill>
                <a:effectLst/>
                <a:latin typeface="+mn-lt"/>
                <a:ea typeface="+mn-ea"/>
                <a:cs typeface="+mn-cs"/>
              </a:rPr>
              <a:t>Prishan</a:t>
            </a:r>
            <a:r>
              <a:rPr lang="en-US" sz="1000" b="0" i="0" u="none" strike="noStrike" kern="1200" dirty="0">
                <a:solidFill>
                  <a:schemeClr val="dk1"/>
                </a:solidFill>
                <a:effectLst/>
                <a:latin typeface="+mn-lt"/>
                <a:ea typeface="+mn-ea"/>
                <a:cs typeface="+mn-cs"/>
              </a:rPr>
              <a:t> is a seasoned Leader and Technical Solution Architect with experience leading delivery teams. Over 18 years of experience in various phases of the Software Development life cycle as a Lead Technical Architect and Lead Application Developer. Over 10 years of experience in Technical Architecture, Salesforce Development, and Leadership. Specialized in building Custom applications on the Salesforce echo system with complex integrations. Experience in building high proficiency delivery teams. </a:t>
            </a:r>
          </a:p>
          <a:p>
            <a:endParaRPr lang="en-US" sz="800" dirty="0"/>
          </a:p>
          <a:p>
            <a:pPr marL="7700" marR="3080">
              <a:lnSpc>
                <a:spcPct val="130000"/>
              </a:lnSpc>
              <a:defRPr/>
            </a:pPr>
            <a:endParaRPr lang="en-US" sz="1000" dirty="0">
              <a:solidFill>
                <a:prstClr val="black"/>
              </a:solidFill>
              <a:latin typeface="Slalom Sans Light" pitchFamily="2" charset="77"/>
              <a:cs typeface="SlalomSans-Light"/>
            </a:endParaRPr>
          </a:p>
        </p:txBody>
      </p:sp>
      <p:sp>
        <p:nvSpPr>
          <p:cNvPr id="12" name="object 9"/>
          <p:cNvSpPr txBox="1">
            <a:spLocks/>
          </p:cNvSpPr>
          <p:nvPr/>
        </p:nvSpPr>
        <p:spPr>
          <a:xfrm>
            <a:off x="609600" y="2316205"/>
            <a:ext cx="3513060" cy="1098206"/>
          </a:xfrm>
          <a:prstGeom prst="rect">
            <a:avLst/>
          </a:prstGeom>
        </p:spPr>
        <p:txBody>
          <a:bodyPr vert="horz" wrap="square" lIns="0" tIns="7315" rIns="0" bIns="0" rtlCol="0">
            <a:noAutofit/>
          </a:bodyPr>
          <a:lstStyle>
            <a:lvl1pPr algn="l" defTabSz="914400" rtl="0" eaLnBrk="1" latinLnBrk="0" hangingPunct="1">
              <a:lnSpc>
                <a:spcPct val="90000"/>
              </a:lnSpc>
              <a:spcBef>
                <a:spcPct val="0"/>
              </a:spcBef>
              <a:buNone/>
              <a:defRPr sz="4400" kern="1000" spc="-10" baseline="0">
                <a:solidFill>
                  <a:schemeClr val="accent2"/>
                </a:solidFill>
                <a:latin typeface="Slalom Sans Bold" panose="00000800000000000000" pitchFamily="50" charset="0"/>
                <a:ea typeface="+mj-ea"/>
                <a:cs typeface="+mj-cs"/>
              </a:defRPr>
            </a:lvl1pPr>
          </a:lstStyle>
          <a:p>
            <a:pPr marL="7700" marR="3080" lvl="0" indent="0" algn="l" defTabSz="914400" rtl="0" eaLnBrk="1" fontAlgn="auto" latinLnBrk="0" hangingPunct="1">
              <a:lnSpc>
                <a:spcPct val="100200"/>
              </a:lnSpc>
              <a:spcBef>
                <a:spcPts val="58"/>
              </a:spcBef>
              <a:spcAft>
                <a:spcPts val="0"/>
              </a:spcAft>
              <a:buClrTx/>
              <a:buSzTx/>
              <a:buFontTx/>
              <a:buNone/>
              <a:tabLst/>
              <a:defRPr/>
            </a:pPr>
            <a:r>
              <a:rPr kumimoji="0" lang="en-US" sz="3300" b="0" i="0" u="none" strike="noStrike" kern="1000" cap="none" spc="0" normalizeH="0" baseline="0" noProof="0" dirty="0" err="1">
                <a:ln>
                  <a:noFill/>
                </a:ln>
                <a:solidFill>
                  <a:srgbClr val="09091C"/>
                </a:solidFill>
                <a:effectLst/>
                <a:uLnTx/>
                <a:uFillTx/>
                <a:latin typeface="Slalom Sans Bold" panose="00000800000000000000" pitchFamily="50" charset="0"/>
                <a:ea typeface="+mj-ea"/>
                <a:cs typeface="+mj-cs"/>
              </a:rPr>
              <a:t>Prishan</a:t>
            </a:r>
            <a: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t> </a:t>
            </a:r>
            <a:b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br>
            <a: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t>Fernando</a:t>
            </a:r>
          </a:p>
        </p:txBody>
      </p:sp>
      <p:sp>
        <p:nvSpPr>
          <p:cNvPr id="15" name="object 4">
            <a:extLst>
              <a:ext uri="{FF2B5EF4-FFF2-40B4-BE49-F238E27FC236}">
                <a16:creationId xmlns:a16="http://schemas.microsoft.com/office/drawing/2014/main" id="{47876B45-5283-4F4A-8D1C-3E605C58DAC0}"/>
              </a:ext>
            </a:extLst>
          </p:cNvPr>
          <p:cNvSpPr txBox="1"/>
          <p:nvPr/>
        </p:nvSpPr>
        <p:spPr>
          <a:xfrm>
            <a:off x="4305299" y="2273439"/>
            <a:ext cx="4147405" cy="841299"/>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Technical  Architect | High-Tech</a:t>
            </a:r>
            <a:b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br>
            <a:r>
              <a:rPr lang="en-CA" sz="900" b="0" i="0" dirty="0">
                <a:solidFill>
                  <a:srgbClr val="1E1E1E"/>
                </a:solidFill>
                <a:effectLst/>
                <a:latin typeface="Slalom Sans Light" pitchFamily="2" charset="77"/>
              </a:rPr>
              <a:t>Lead technical roadmap sessions  and system / integration  designs for Sales Could and Partner Relation Management (PRM) enhancement. Lead the Salesforce delivery team to implementation  new capabilities on PRM.</a:t>
            </a:r>
            <a:endPar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endParaRPr>
          </a:p>
        </p:txBody>
      </p:sp>
      <p:sp>
        <p:nvSpPr>
          <p:cNvPr id="16" name="object 7">
            <a:extLst>
              <a:ext uri="{FF2B5EF4-FFF2-40B4-BE49-F238E27FC236}">
                <a16:creationId xmlns:a16="http://schemas.microsoft.com/office/drawing/2014/main" id="{F8041ABE-29A7-EC40-8AED-263BAC8F8DE6}"/>
              </a:ext>
            </a:extLst>
          </p:cNvPr>
          <p:cNvSpPr/>
          <p:nvPr/>
        </p:nvSpPr>
        <p:spPr>
          <a:xfrm>
            <a:off x="4340151" y="1362244"/>
            <a:ext cx="4147405"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17" name="object 8">
            <a:extLst>
              <a:ext uri="{FF2B5EF4-FFF2-40B4-BE49-F238E27FC236}">
                <a16:creationId xmlns:a16="http://schemas.microsoft.com/office/drawing/2014/main" id="{0D51D391-1A25-C44A-99F8-52D79D1328B2}"/>
              </a:ext>
            </a:extLst>
          </p:cNvPr>
          <p:cNvSpPr txBox="1"/>
          <p:nvPr/>
        </p:nvSpPr>
        <p:spPr>
          <a:xfrm>
            <a:off x="4332452" y="1041888"/>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RELEVANT EXPERIENCE</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18" name="object 4">
            <a:extLst>
              <a:ext uri="{FF2B5EF4-FFF2-40B4-BE49-F238E27FC236}">
                <a16:creationId xmlns:a16="http://schemas.microsoft.com/office/drawing/2014/main" id="{CAF31277-7A00-B449-80B4-B4158C5C39E1}"/>
              </a:ext>
            </a:extLst>
          </p:cNvPr>
          <p:cNvSpPr txBox="1"/>
          <p:nvPr/>
        </p:nvSpPr>
        <p:spPr>
          <a:xfrm>
            <a:off x="4305300" y="3077947"/>
            <a:ext cx="4147405" cy="1236134"/>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Program Technical Architect – Global Manufacturing</a:t>
            </a:r>
          </a:p>
          <a:p>
            <a:pPr marL="0" marR="0" indent="0" algn="l" rtl="0" eaLnBrk="1" fontAlgn="auto" latinLnBrk="0" hangingPunct="1">
              <a:spcBef>
                <a:spcPts val="0"/>
              </a:spcBef>
              <a:spcAft>
                <a:spcPts val="600"/>
              </a:spcAft>
              <a:buNone/>
            </a:pPr>
            <a:r>
              <a:rPr lang="en-US" sz="900" dirty="0">
                <a:solidFill>
                  <a:srgbClr val="1E1E1E"/>
                </a:solidFill>
                <a:latin typeface="Slalom Sans Light" pitchFamily="2" charset="77"/>
              </a:rPr>
              <a:t>Responsible for the overall Technical architecture and delivery of an M&amp;A program, which  merged three companies into a single salesforce org and SAP Instance. Lead the design of Salesforce  data modeling, extend SAP integrations to support multi-brand capabilities. </a:t>
            </a:r>
            <a:r>
              <a:rPr lang="en-US" sz="900" b="0" i="0" u="none" strike="noStrike" kern="1200" dirty="0">
                <a:solidFill>
                  <a:srgbClr val="151515"/>
                </a:solidFill>
                <a:effectLst/>
              </a:rPr>
              <a:t>Salesforce capabilities including Service Cloud, Sales Cloud, Experience Cloud, Single Sing On, Data transformation and Migrations</a:t>
            </a:r>
            <a:endParaRPr lang="en-CA" sz="900" dirty="0">
              <a:solidFill>
                <a:srgbClr val="1E1E1E"/>
              </a:solidFill>
              <a:latin typeface="Slalom Sans Light" pitchFamily="2" charset="77"/>
            </a:endParaRPr>
          </a:p>
        </p:txBody>
      </p:sp>
      <p:sp>
        <p:nvSpPr>
          <p:cNvPr id="19" name="object 4">
            <a:extLst>
              <a:ext uri="{FF2B5EF4-FFF2-40B4-BE49-F238E27FC236}">
                <a16:creationId xmlns:a16="http://schemas.microsoft.com/office/drawing/2014/main" id="{E9A2F283-A4F4-7E43-AED4-45B1A27050BA}"/>
              </a:ext>
            </a:extLst>
          </p:cNvPr>
          <p:cNvSpPr txBox="1"/>
          <p:nvPr/>
        </p:nvSpPr>
        <p:spPr>
          <a:xfrm>
            <a:off x="4305300" y="4222927"/>
            <a:ext cx="4147405" cy="1298993"/>
          </a:xfrm>
          <a:prstGeom prst="rect">
            <a:avLst/>
          </a:prstGeom>
        </p:spPr>
        <p:txBody>
          <a:bodyPr vert="horz" wrap="square" lIns="0" tIns="7315" rIns="0" bIns="0" rtlCol="0">
            <a:noAutofit/>
          </a:bodyPr>
          <a:lstStyle/>
          <a:p>
            <a:pPr marL="7700">
              <a:lnSpc>
                <a:spcPct val="130000"/>
              </a:lnSpc>
              <a:spcBef>
                <a:spcPts val="700"/>
              </a:spcBef>
              <a:defRPr/>
            </a:pPr>
            <a: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t>Program Architect - Global Manufacturing</a:t>
            </a:r>
            <a:b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br>
            <a:r>
              <a:rPr lang="en-US" sz="900" dirty="0">
                <a:solidFill>
                  <a:srgbClr val="1E1E1E"/>
                </a:solidFill>
                <a:latin typeface="Slalom Sans Light" pitchFamily="2" charset="77"/>
              </a:rPr>
              <a:t>Responsible for the overall Technical architecture and delivery of an e-commerce transformation program, including the deployment of net new eCommerce channel, Configure-Price-Quote, Customer support community capabilities, Partner community, and SAP Integrations. This program was the first to ever integrate seamlessly Salesforce Commerce &amp; CPQ engines. This was successfully deployed to 1,000+ staff and over 18,000+ partners.</a:t>
            </a:r>
            <a:endParaRPr lang="en-CA" sz="1050" dirty="0">
              <a:solidFill>
                <a:srgbClr val="1E1E1E"/>
              </a:solidFill>
              <a:latin typeface="Slalom Sans Light" pitchFamily="2" charset="77"/>
            </a:endParaRPr>
          </a:p>
          <a:p>
            <a:pPr marL="7700" marR="0" lvl="0" indent="0" algn="l" defTabSz="914400" rtl="0" eaLnBrk="1" fontAlgn="auto" latinLnBrk="0" hangingPunct="1">
              <a:lnSpc>
                <a:spcPct val="130000"/>
              </a:lnSpc>
              <a:spcBef>
                <a:spcPts val="700"/>
              </a:spcBef>
              <a:spcAft>
                <a:spcPts val="0"/>
              </a:spcAft>
              <a:buClrTx/>
              <a:buSzTx/>
              <a:buFontTx/>
              <a:buNone/>
              <a:tabLst/>
              <a:defRPr/>
            </a:pPr>
            <a:endParaRPr kumimoji="0" sz="900" b="0" i="0" u="none" strike="noStrike" kern="1200" cap="none" spc="0" normalizeH="0" baseline="0" noProof="0" dirty="0">
              <a:ln>
                <a:noFill/>
              </a:ln>
              <a:solidFill>
                <a:srgbClr val="1E1E1E"/>
              </a:solidFill>
              <a:effectLst/>
              <a:uLnTx/>
              <a:uFillTx/>
              <a:latin typeface="Slalom Sans"/>
              <a:ea typeface="+mn-ea"/>
              <a:cs typeface="Slalom Sans"/>
            </a:endParaRPr>
          </a:p>
        </p:txBody>
      </p:sp>
      <p:sp>
        <p:nvSpPr>
          <p:cNvPr id="20" name="object 4">
            <a:extLst>
              <a:ext uri="{FF2B5EF4-FFF2-40B4-BE49-F238E27FC236}">
                <a16:creationId xmlns:a16="http://schemas.microsoft.com/office/drawing/2014/main" id="{4E76983B-884C-0942-BE0B-66C08BD0231F}"/>
              </a:ext>
            </a:extLst>
          </p:cNvPr>
          <p:cNvSpPr txBox="1"/>
          <p:nvPr/>
        </p:nvSpPr>
        <p:spPr>
          <a:xfrm>
            <a:off x="4305300" y="5611401"/>
            <a:ext cx="4147405" cy="1091334"/>
          </a:xfrm>
          <a:prstGeom prst="rect">
            <a:avLst/>
          </a:prstGeom>
        </p:spPr>
        <p:txBody>
          <a:bodyPr vert="horz" wrap="square" lIns="0" tIns="7315" rIns="0" bIns="0" rtlCol="0">
            <a:noAutofit/>
          </a:bodyPr>
          <a:lstStyle/>
          <a:p>
            <a:pPr marL="7700">
              <a:lnSpc>
                <a:spcPct val="130000"/>
              </a:lnSpc>
              <a:spcBef>
                <a:spcPts val="700"/>
              </a:spcBef>
              <a:defRPr/>
            </a:pPr>
            <a:r>
              <a:rPr lang="en-US" sz="900" b="1" dirty="0">
                <a:solidFill>
                  <a:srgbClr val="151527"/>
                </a:solidFill>
                <a:latin typeface="Slalom Sans Bold"/>
                <a:cs typeface="Slalom Sans Bold"/>
              </a:rPr>
              <a:t>Chief Technical </a:t>
            </a:r>
            <a: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t>Architect - Retail &amp; Consumer </a:t>
            </a:r>
            <a:b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br>
            <a:r>
              <a:rPr lang="en-US" sz="900" b="0" i="0" u="none" strike="noStrike" kern="1200" dirty="0">
                <a:solidFill>
                  <a:srgbClr val="151515"/>
                </a:solidFill>
                <a:effectLst/>
              </a:rPr>
              <a:t>Salesforce Chief Architect for the program and led the delivery team to overhaul the Partner Portal, SAP Integration, and Mobile App delivery for one of the largest North American retailer. Salesforce capabilities including Service Cloud, Sales Cloud, Experience Cloud. This program was rolled out to 400,000 Partners Worldwide.</a:t>
            </a:r>
            <a:endParaRPr lang="en-US" sz="900" dirty="0">
              <a:solidFill>
                <a:srgbClr val="151527"/>
              </a:solidFill>
              <a:latin typeface="Slalom Sans Light" pitchFamily="2" charset="77"/>
              <a:cs typeface="SlalomSans-Light"/>
            </a:endParaRPr>
          </a:p>
        </p:txBody>
      </p:sp>
      <p:sp>
        <p:nvSpPr>
          <p:cNvPr id="21" name="object 8">
            <a:extLst>
              <a:ext uri="{FF2B5EF4-FFF2-40B4-BE49-F238E27FC236}">
                <a16:creationId xmlns:a16="http://schemas.microsoft.com/office/drawing/2014/main" id="{16E2DC92-CB26-0A45-9FCA-1C70F86BD0FC}"/>
              </a:ext>
            </a:extLst>
          </p:cNvPr>
          <p:cNvSpPr txBox="1"/>
          <p:nvPr/>
        </p:nvSpPr>
        <p:spPr>
          <a:xfrm>
            <a:off x="9019955" y="1041888"/>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SKILLS</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22" name="object 7">
            <a:extLst>
              <a:ext uri="{FF2B5EF4-FFF2-40B4-BE49-F238E27FC236}">
                <a16:creationId xmlns:a16="http://schemas.microsoft.com/office/drawing/2014/main" id="{37EC7407-2372-7945-9EEA-4FC3084B3724}"/>
              </a:ext>
            </a:extLst>
          </p:cNvPr>
          <p:cNvSpPr/>
          <p:nvPr/>
        </p:nvSpPr>
        <p:spPr>
          <a:xfrm>
            <a:off x="8969903" y="1362244"/>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24" name="object 7">
            <a:extLst>
              <a:ext uri="{FF2B5EF4-FFF2-40B4-BE49-F238E27FC236}">
                <a16:creationId xmlns:a16="http://schemas.microsoft.com/office/drawing/2014/main" id="{94A7DC64-7888-AA42-A002-A8F211EDC582}"/>
              </a:ext>
            </a:extLst>
          </p:cNvPr>
          <p:cNvSpPr txBox="1"/>
          <p:nvPr/>
        </p:nvSpPr>
        <p:spPr>
          <a:xfrm>
            <a:off x="8998402" y="1532503"/>
            <a:ext cx="2583998" cy="3178646"/>
          </a:xfrm>
          <a:prstGeom prst="rect">
            <a:avLst/>
          </a:prstGeom>
        </p:spPr>
        <p:txBody>
          <a:bodyPr vert="horz" wrap="square" lIns="0" tIns="0" rIns="0" bIns="0" rtlCol="0">
            <a:noAutofit/>
          </a:bodyPr>
          <a:lstStyle/>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Technical Architecture</a:t>
            </a:r>
          </a:p>
          <a:p>
            <a:pPr marL="179150" indent="-171450">
              <a:spcBef>
                <a:spcPts val="500"/>
              </a:spcBef>
              <a:buFont typeface="Arial" panose="020B0604020202020204" pitchFamily="34" charset="0"/>
              <a:buChar char="•"/>
              <a:defRPr/>
            </a:pPr>
            <a:r>
              <a:rPr lang="en-US" sz="1000" dirty="0">
                <a:solidFill>
                  <a:srgbClr val="151527"/>
                </a:solidFill>
                <a:latin typeface="Slalom Sans Light" pitchFamily="2" charset="77"/>
              </a:rPr>
              <a:t>Solution Architecture</a:t>
            </a:r>
          </a:p>
          <a:p>
            <a:pPr marL="179150" indent="-171450">
              <a:spcBef>
                <a:spcPts val="500"/>
              </a:spcBef>
              <a:buFont typeface="Arial" panose="020B0604020202020204" pitchFamily="34" charset="0"/>
              <a:buChar char="•"/>
              <a:defRPr/>
            </a:pPr>
            <a:r>
              <a:rPr lang="en-CA" sz="1000" dirty="0">
                <a:solidFill>
                  <a:srgbClr val="151527"/>
                </a:solidFill>
                <a:latin typeface="Slalom Sans Light" pitchFamily="2" charset="77"/>
              </a:rPr>
              <a:t>DocuSign</a:t>
            </a:r>
          </a:p>
          <a:p>
            <a:pPr marL="179150" indent="-171450">
              <a:spcBef>
                <a:spcPts val="500"/>
              </a:spcBef>
              <a:buFont typeface="Arial" panose="020B0604020202020204" pitchFamily="34" charset="0"/>
              <a:buChar char="•"/>
              <a:defRPr/>
            </a:pPr>
            <a:r>
              <a:rPr lang="en-CA" sz="1000" dirty="0">
                <a:solidFill>
                  <a:srgbClr val="151527"/>
                </a:solidFill>
                <a:latin typeface="Slalom Sans Light" pitchFamily="2" charset="77"/>
              </a:rPr>
              <a:t>D&amp;B</a:t>
            </a:r>
          </a:p>
          <a:p>
            <a:pPr marL="179150" indent="-171450">
              <a:spcBef>
                <a:spcPts val="500"/>
              </a:spcBef>
              <a:buFont typeface="Arial" panose="020B0604020202020204" pitchFamily="34" charset="0"/>
              <a:buChar char="•"/>
              <a:defRPr/>
            </a:pPr>
            <a:r>
              <a:rPr lang="en-CA" sz="1000" dirty="0">
                <a:solidFill>
                  <a:srgbClr val="151527"/>
                </a:solidFill>
                <a:latin typeface="Slalom Sans Light" pitchFamily="2" charset="77"/>
              </a:rPr>
              <a:t>SSO (OKTA, Salesforce,)</a:t>
            </a:r>
          </a:p>
          <a:p>
            <a:pPr marL="179150" indent="-171450">
              <a:spcBef>
                <a:spcPts val="500"/>
              </a:spcBef>
              <a:buFont typeface="Arial" panose="020B0604020202020204" pitchFamily="34" charset="0"/>
              <a:buChar char="•"/>
              <a:defRPr/>
            </a:pPr>
            <a:r>
              <a:rPr lang="en-CA" sz="1000" dirty="0">
                <a:solidFill>
                  <a:srgbClr val="151527"/>
                </a:solidFill>
                <a:latin typeface="Slalom Sans Light" pitchFamily="2" charset="77"/>
              </a:rPr>
              <a:t>Salesforce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Enterprise Application Integration</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Data Integration and Migration</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Software Development Lifecycle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Continuous Integration and Development</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Sales/Service/Experience Cloud/PRM</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Financial Services Cloud</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React &amp; React Native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err="1">
                <a:ln>
                  <a:noFill/>
                </a:ln>
                <a:solidFill>
                  <a:srgbClr val="151527"/>
                </a:solidFill>
                <a:effectLst/>
                <a:uLnTx/>
                <a:uFillTx/>
                <a:latin typeface="Slalom Sans Light" pitchFamily="2" charset="77"/>
                <a:ea typeface="+mn-ea"/>
                <a:cs typeface="SlalomSans-Light"/>
              </a:rPr>
              <a:t>Nuxt</a:t>
            </a: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 3/Vue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7700" marR="0" lvl="0" algn="l" defTabSz="914400" rtl="0" eaLnBrk="1" fontAlgn="auto" latinLnBrk="0" hangingPunct="1">
              <a:lnSpc>
                <a:spcPct val="130000"/>
              </a:lnSpc>
              <a:spcBef>
                <a:spcPts val="500"/>
              </a:spcBef>
              <a:spcAft>
                <a:spcPts val="0"/>
              </a:spcAft>
              <a:buClrTx/>
              <a:buSzTx/>
              <a:tabLst/>
              <a:defRPr/>
            </a:pPr>
            <a:b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b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
        <p:nvSpPr>
          <p:cNvPr id="25" name="object 4">
            <a:extLst>
              <a:ext uri="{FF2B5EF4-FFF2-40B4-BE49-F238E27FC236}">
                <a16:creationId xmlns:a16="http://schemas.microsoft.com/office/drawing/2014/main" id="{8DB1C023-721E-F743-999F-251565CBFDD7}"/>
              </a:ext>
            </a:extLst>
          </p:cNvPr>
          <p:cNvSpPr txBox="1"/>
          <p:nvPr/>
        </p:nvSpPr>
        <p:spPr>
          <a:xfrm>
            <a:off x="601740" y="3454003"/>
            <a:ext cx="3157864" cy="495057"/>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lang="en-US" sz="1400" dirty="0">
                <a:solidFill>
                  <a:srgbClr val="151527"/>
                </a:solidFill>
                <a:latin typeface="Slalom Sans Light" pitchFamily="2" charset="77"/>
                <a:cs typeface="Slalom Sans Bold"/>
              </a:rPr>
              <a:t>Delivery Director</a:t>
            </a:r>
            <a:br>
              <a:rPr kumimoji="0" lang="en-US" sz="1400" b="0" i="0" u="none" strike="noStrike" kern="1200" cap="none" spc="0" normalizeH="0" baseline="0" noProof="0" dirty="0">
                <a:ln>
                  <a:noFill/>
                </a:ln>
                <a:solidFill>
                  <a:srgbClr val="151527"/>
                </a:solidFill>
                <a:effectLst/>
                <a:uLnTx/>
                <a:uFillTx/>
                <a:latin typeface="Slalom Sans Light" pitchFamily="2" charset="77"/>
                <a:ea typeface="+mn-ea"/>
                <a:cs typeface="Slalom Sans Bold"/>
              </a:rPr>
            </a:br>
            <a:r>
              <a:rPr kumimoji="0" lang="en-US" sz="1400" b="0" i="0" u="none" strike="noStrike" kern="1200" cap="none" spc="0" normalizeH="0" baseline="0" noProof="0" dirty="0">
                <a:ln>
                  <a:noFill/>
                </a:ln>
                <a:solidFill>
                  <a:srgbClr val="151527"/>
                </a:solidFill>
                <a:effectLst/>
                <a:uLnTx/>
                <a:uFillTx/>
                <a:latin typeface="Slalom Sans Light" pitchFamily="2" charset="77"/>
                <a:ea typeface="+mn-ea"/>
                <a:cs typeface="Slalom Sans Bold"/>
              </a:rPr>
              <a:t>Global Salesforce</a:t>
            </a:r>
          </a:p>
          <a:p>
            <a:pPr marL="7700" marR="0" lvl="0" indent="0" algn="l" defTabSz="914400" rtl="0" eaLnBrk="1" fontAlgn="auto" latinLnBrk="0" hangingPunct="1">
              <a:lnSpc>
                <a:spcPct val="130000"/>
              </a:lnSpc>
              <a:spcBef>
                <a:spcPts val="700"/>
              </a:spcBef>
              <a:spcAft>
                <a:spcPts val="0"/>
              </a:spcAft>
              <a:buClrTx/>
              <a:buSzTx/>
              <a:buFontTx/>
              <a:buNone/>
              <a:tabLst/>
              <a:defRPr/>
            </a:pPr>
            <a:r>
              <a:rPr kumimoji="0" lang="en-US" sz="1400" b="0" i="0" u="none" strike="noStrike" kern="1200" cap="none" spc="0" normalizeH="0" baseline="0" noProof="0" dirty="0">
                <a:ln>
                  <a:noFill/>
                </a:ln>
                <a:solidFill>
                  <a:srgbClr val="151527"/>
                </a:solidFill>
                <a:effectLst/>
                <a:uLnTx/>
                <a:uFillTx/>
                <a:latin typeface="Slalom Sans Light" pitchFamily="2" charset="77"/>
                <a:ea typeface="+mn-ea"/>
                <a:cs typeface="Slalom Sans Bold"/>
              </a:rPr>
              <a:t>Vancouver, BC</a:t>
            </a:r>
          </a:p>
          <a:p>
            <a:pPr marL="7700" marR="0" lvl="0" indent="0" algn="l" defTabSz="914400" rtl="0" eaLnBrk="1" fontAlgn="auto" latinLnBrk="0" hangingPunct="1">
              <a:lnSpc>
                <a:spcPct val="130000"/>
              </a:lnSpc>
              <a:spcBef>
                <a:spcPts val="700"/>
              </a:spcBef>
              <a:spcAft>
                <a:spcPts val="0"/>
              </a:spcAft>
              <a:buClrTx/>
              <a:buSzTx/>
              <a:buFontTx/>
              <a:buNone/>
              <a:tabLst/>
              <a:defRPr/>
            </a:pPr>
            <a:endParaRPr kumimoji="0" lang="en-US" sz="11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
        <p:nvSpPr>
          <p:cNvPr id="23" name="Footer Placeholder 1">
            <a:extLst>
              <a:ext uri="{FF2B5EF4-FFF2-40B4-BE49-F238E27FC236}">
                <a16:creationId xmlns:a16="http://schemas.microsoft.com/office/drawing/2014/main" id="{860EEC59-7720-7B46-9095-57C2B1B8538E}"/>
              </a:ext>
            </a:extLst>
          </p:cNvPr>
          <p:cNvSpPr>
            <a:spLocks noGrp="1"/>
          </p:cNvSpPr>
          <p:nvPr>
            <p:ph type="ftr" sz="quarter" idx="11"/>
          </p:nvPr>
        </p:nvSpPr>
        <p:spPr>
          <a:xfrm>
            <a:off x="609600" y="6330689"/>
            <a:ext cx="401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1E1E">
                    <a:tint val="75000"/>
                  </a:srgbClr>
                </a:solidFill>
                <a:effectLst/>
                <a:uLnTx/>
                <a:uFillTx/>
                <a:latin typeface="Slalom Sans Light" panose="00000400000000000000" pitchFamily="50" charset="0"/>
                <a:ea typeface="+mn-ea"/>
                <a:cs typeface="+mn-cs"/>
              </a:rPr>
              <a:t>© SLALOM. ALL RIGHTS RESERVED. PROPRIETARY AND CONFIDENTIAL</a:t>
            </a:r>
          </a:p>
        </p:txBody>
      </p:sp>
      <p:sp>
        <p:nvSpPr>
          <p:cNvPr id="26" name="object 8">
            <a:extLst>
              <a:ext uri="{FF2B5EF4-FFF2-40B4-BE49-F238E27FC236}">
                <a16:creationId xmlns:a16="http://schemas.microsoft.com/office/drawing/2014/main" id="{3D6DB109-7ABE-4B14-9497-BA19805811FB}"/>
              </a:ext>
            </a:extLst>
          </p:cNvPr>
          <p:cNvSpPr txBox="1"/>
          <p:nvPr/>
        </p:nvSpPr>
        <p:spPr>
          <a:xfrm>
            <a:off x="8980222" y="5023184"/>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CERTIFICATIONS</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27" name="object 7">
            <a:extLst>
              <a:ext uri="{FF2B5EF4-FFF2-40B4-BE49-F238E27FC236}">
                <a16:creationId xmlns:a16="http://schemas.microsoft.com/office/drawing/2014/main" id="{201F318A-402D-4B15-A1AD-417695C50D4F}"/>
              </a:ext>
            </a:extLst>
          </p:cNvPr>
          <p:cNvSpPr/>
          <p:nvPr/>
        </p:nvSpPr>
        <p:spPr>
          <a:xfrm>
            <a:off x="8980222" y="5273100"/>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28" name="object 7">
            <a:extLst>
              <a:ext uri="{FF2B5EF4-FFF2-40B4-BE49-F238E27FC236}">
                <a16:creationId xmlns:a16="http://schemas.microsoft.com/office/drawing/2014/main" id="{5ED34703-4E98-4FBD-8F9E-65E472954F06}"/>
              </a:ext>
            </a:extLst>
          </p:cNvPr>
          <p:cNvSpPr txBox="1"/>
          <p:nvPr/>
        </p:nvSpPr>
        <p:spPr>
          <a:xfrm>
            <a:off x="8969903" y="5325497"/>
            <a:ext cx="2583998" cy="2183862"/>
          </a:xfrm>
          <a:prstGeom prst="rect">
            <a:avLst/>
          </a:prstGeom>
        </p:spPr>
        <p:txBody>
          <a:bodyPr vert="horz" wrap="square" lIns="0" tIns="0" rIns="0" bIns="0" rtlCol="0">
            <a:noAutofit/>
          </a:bodyPr>
          <a:lstStyle/>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Salesforce: Community Cloud Consultant, Certified Development Lifecycle and Deployment Designer, Administrator, Certified Business Analyst </a:t>
            </a:r>
          </a:p>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Certified Scrum Master (Scrum Alliance)</a:t>
            </a:r>
          </a:p>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Certified </a:t>
            </a:r>
            <a:r>
              <a:rPr lang="en-CA" sz="1000" dirty="0" err="1">
                <a:solidFill>
                  <a:srgbClr val="151527"/>
                </a:solidFill>
                <a:latin typeface="Slalom Sans Light" pitchFamily="2" charset="77"/>
              </a:rPr>
              <a:t>Workato</a:t>
            </a:r>
            <a:r>
              <a:rPr lang="en-CA" sz="1000" dirty="0">
                <a:solidFill>
                  <a:srgbClr val="151527"/>
                </a:solidFill>
                <a:latin typeface="Slalom Sans Light" pitchFamily="2" charset="77"/>
              </a:rPr>
              <a:t> Automation Pro II</a:t>
            </a:r>
          </a:p>
          <a:p>
            <a:pPr marL="171450" indent="-171450">
              <a:lnSpc>
                <a:spcPct val="120000"/>
              </a:lnSpc>
              <a:buFont typeface="Arial" panose="020B0604020202020204" pitchFamily="34" charset="0"/>
              <a:buChar char="•"/>
            </a:pPr>
            <a:endParaRPr lang="en-CA" sz="1000" dirty="0">
              <a:solidFill>
                <a:schemeClr val="tx1"/>
              </a:solidFill>
            </a:endParaRPr>
          </a:p>
        </p:txBody>
      </p:sp>
      <p:pic>
        <p:nvPicPr>
          <p:cNvPr id="29" name="Picture 28">
            <a:extLst>
              <a:ext uri="{FF2B5EF4-FFF2-40B4-BE49-F238E27FC236}">
                <a16:creationId xmlns:a16="http://schemas.microsoft.com/office/drawing/2014/main" id="{1288EAB4-2242-C5A3-5237-4963908BAEAD}"/>
              </a:ext>
            </a:extLst>
          </p:cNvPr>
          <p:cNvPicPr>
            <a:picLocks noChangeAspect="1"/>
          </p:cNvPicPr>
          <p:nvPr/>
        </p:nvPicPr>
        <p:blipFill>
          <a:blip r:embed="rId2">
            <a:extLst>
              <a:ext uri="{28A0092B-C50C-407E-A947-70E740481C1C}">
                <a14:useLocalDpi xmlns:a14="http://schemas.microsoft.com/office/drawing/2010/main" val="0"/>
              </a:ext>
            </a:extLst>
          </a:blip>
          <a:srcRect t="450" b="450"/>
          <a:stretch/>
        </p:blipFill>
        <p:spPr>
          <a:xfrm>
            <a:off x="577450" y="705485"/>
            <a:ext cx="1684083" cy="1680919"/>
          </a:xfrm>
          <a:prstGeom prst="ellipse">
            <a:avLst/>
          </a:prstGeom>
        </p:spPr>
      </p:pic>
      <p:sp>
        <p:nvSpPr>
          <p:cNvPr id="2" name="TextBox 1">
            <a:extLst>
              <a:ext uri="{FF2B5EF4-FFF2-40B4-BE49-F238E27FC236}">
                <a16:creationId xmlns:a16="http://schemas.microsoft.com/office/drawing/2014/main" id="{3D15A639-6D3D-523F-90DD-1B26417B2A35}"/>
              </a:ext>
            </a:extLst>
          </p:cNvPr>
          <p:cNvSpPr txBox="1"/>
          <p:nvPr/>
        </p:nvSpPr>
        <p:spPr>
          <a:xfrm>
            <a:off x="5454869" y="5801710"/>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3" name="TextBox 2">
            <a:extLst>
              <a:ext uri="{FF2B5EF4-FFF2-40B4-BE49-F238E27FC236}">
                <a16:creationId xmlns:a16="http://schemas.microsoft.com/office/drawing/2014/main" id="{3605ADD4-9A5A-9391-1DA6-93C98E8E5F45}"/>
              </a:ext>
            </a:extLst>
          </p:cNvPr>
          <p:cNvSpPr txBox="1"/>
          <p:nvPr/>
        </p:nvSpPr>
        <p:spPr>
          <a:xfrm>
            <a:off x="5023945" y="5833241"/>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6" name="TextBox 5">
            <a:extLst>
              <a:ext uri="{FF2B5EF4-FFF2-40B4-BE49-F238E27FC236}">
                <a16:creationId xmlns:a16="http://schemas.microsoft.com/office/drawing/2014/main" id="{2E389621-9FDA-16D2-EF0D-AF1DB6237524}"/>
              </a:ext>
            </a:extLst>
          </p:cNvPr>
          <p:cNvSpPr txBox="1"/>
          <p:nvPr/>
        </p:nvSpPr>
        <p:spPr>
          <a:xfrm>
            <a:off x="4456386" y="5780690"/>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8" name="TextBox 7">
            <a:extLst>
              <a:ext uri="{FF2B5EF4-FFF2-40B4-BE49-F238E27FC236}">
                <a16:creationId xmlns:a16="http://schemas.microsoft.com/office/drawing/2014/main" id="{FB34D753-7C61-416F-C437-54406BE1550E}"/>
              </a:ext>
            </a:extLst>
          </p:cNvPr>
          <p:cNvSpPr txBox="1"/>
          <p:nvPr/>
        </p:nvSpPr>
        <p:spPr>
          <a:xfrm>
            <a:off x="4498428" y="4340772"/>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7" name="TextBox 6">
            <a:extLst>
              <a:ext uri="{FF2B5EF4-FFF2-40B4-BE49-F238E27FC236}">
                <a16:creationId xmlns:a16="http://schemas.microsoft.com/office/drawing/2014/main" id="{541E08E2-7E9B-0A7D-C2FE-060758033635}"/>
              </a:ext>
            </a:extLst>
          </p:cNvPr>
          <p:cNvSpPr txBox="1"/>
          <p:nvPr/>
        </p:nvSpPr>
        <p:spPr>
          <a:xfrm>
            <a:off x="4857226" y="2072081"/>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9" name="TextBox 8">
            <a:extLst>
              <a:ext uri="{FF2B5EF4-FFF2-40B4-BE49-F238E27FC236}">
                <a16:creationId xmlns:a16="http://schemas.microsoft.com/office/drawing/2014/main" id="{E6F071C3-EE9F-8AE2-BBB2-08856748A4E9}"/>
              </a:ext>
            </a:extLst>
          </p:cNvPr>
          <p:cNvSpPr txBox="1"/>
          <p:nvPr/>
        </p:nvSpPr>
        <p:spPr>
          <a:xfrm>
            <a:off x="5625548" y="1659835"/>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10" name="TextBox 9">
            <a:extLst>
              <a:ext uri="{FF2B5EF4-FFF2-40B4-BE49-F238E27FC236}">
                <a16:creationId xmlns:a16="http://schemas.microsoft.com/office/drawing/2014/main" id="{2DDC50CA-4089-3F9A-3926-5AD9D9246590}"/>
              </a:ext>
            </a:extLst>
          </p:cNvPr>
          <p:cNvSpPr txBox="1"/>
          <p:nvPr/>
        </p:nvSpPr>
        <p:spPr>
          <a:xfrm>
            <a:off x="4305299" y="1475434"/>
            <a:ext cx="4402282" cy="610314"/>
          </a:xfrm>
          <a:prstGeom prst="rect">
            <a:avLst/>
          </a:prstGeom>
          <a:noFill/>
        </p:spPr>
        <p:txBody>
          <a:bodyPr wrap="square" l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lang="en-US" sz="1050" b="1" dirty="0">
                <a:solidFill>
                  <a:srgbClr val="151527"/>
                </a:solidFill>
                <a:latin typeface="Slalom Sans Bold"/>
              </a:rPr>
              <a:t>Technical  Architect | Public Sector/HealthCare</a:t>
            </a:r>
            <a:br>
              <a:rPr kumimoji="0" lang="en-US" sz="2000" b="1" i="0" u="none" strike="noStrike" kern="1200" cap="none" spc="0" normalizeH="0" baseline="0" noProof="0" dirty="0">
                <a:ln>
                  <a:noFill/>
                </a:ln>
                <a:solidFill>
                  <a:srgbClr val="151527"/>
                </a:solidFill>
                <a:effectLst/>
                <a:uLnTx/>
                <a:uFillTx/>
                <a:latin typeface="Slalom Sans Bold"/>
                <a:ea typeface="+mn-ea"/>
                <a:cs typeface="Slalom Sans Bold"/>
              </a:rPr>
            </a:br>
            <a:r>
              <a:rPr lang="en-CA" sz="900" dirty="0">
                <a:solidFill>
                  <a:srgbClr val="1E1E1E"/>
                </a:solidFill>
                <a:latin typeface="Slalom Sans Light" pitchFamily="2" charset="77"/>
              </a:rPr>
              <a:t>Lead technical discovery and roadmap sessions  and system / integration  designs for Sales Could and Provider Relation Management (PRM) capability mappings. </a:t>
            </a:r>
            <a:endParaRPr lang="en-US" sz="900" dirty="0">
              <a:solidFill>
                <a:srgbClr val="1E1E1E"/>
              </a:solidFill>
              <a:latin typeface="Slalom Sans Light" pitchFamily="2" charset="77"/>
            </a:endParaRPr>
          </a:p>
        </p:txBody>
      </p:sp>
    </p:spTree>
    <p:extLst>
      <p:ext uri="{BB962C8B-B14F-4D97-AF65-F5344CB8AC3E}">
        <p14:creationId xmlns:p14="http://schemas.microsoft.com/office/powerpoint/2010/main" val="3311627459"/>
      </p:ext>
    </p:extLst>
  </p:cSld>
  <p:clrMapOvr>
    <a:masterClrMapping/>
  </p:clrMapOvr>
</p:sld>
</file>

<file path=ppt/theme/theme1.xml><?xml version="1.0" encoding="utf-8"?>
<a:theme xmlns:a="http://schemas.openxmlformats.org/drawingml/2006/main" name="1_Office Theme">
  <a:themeElements>
    <a:clrScheme name="Custom 3">
      <a:dk1>
        <a:srgbClr val="1E1E1E"/>
      </a:dk1>
      <a:lt1>
        <a:srgbClr val="FFFFFF"/>
      </a:lt1>
      <a:dk2>
        <a:srgbClr val="767676"/>
      </a:dk2>
      <a:lt2>
        <a:srgbClr val="F9F9F9"/>
      </a:lt2>
      <a:accent1>
        <a:srgbClr val="0C62FB"/>
      </a:accent1>
      <a:accent2>
        <a:srgbClr val="09091C"/>
      </a:accent2>
      <a:accent3>
        <a:srgbClr val="9B9B9B"/>
      </a:accent3>
      <a:accent4>
        <a:srgbClr val="DBDBDB"/>
      </a:accent4>
      <a:accent5>
        <a:srgbClr val="BEF2FF"/>
      </a:accent5>
      <a:accent6>
        <a:srgbClr val="1BE1F2"/>
      </a:accent6>
      <a:hlink>
        <a:srgbClr val="0C61FB"/>
      </a:hlink>
      <a:folHlink>
        <a:srgbClr val="0C61FB"/>
      </a:folHlink>
    </a:clrScheme>
    <a:fontScheme name="Slalom Build fonts">
      <a:majorFont>
        <a:latin typeface="Slalom Sans Bold"/>
        <a:ea typeface=""/>
        <a:cs typeface=""/>
      </a:majorFont>
      <a:minorFont>
        <a:latin typeface="Slalom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spPr>
      <a:bodyPr lIns="182880" tIns="182880" rIns="91440" rtlCol="0" anchor="t"/>
      <a:lstStyle>
        <a:defPPr>
          <a:defRPr dirty="0" err="1" smtClean="0">
            <a:solidFill>
              <a:schemeClr val="accent2"/>
            </a:solidFill>
            <a:latin typeface="Slalom Sans Light" panose="00000400000000000000" pitchFamily="50"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rtlCol="0">
        <a:noAutofit/>
      </a:bodyPr>
      <a:lstStyle>
        <a:defPPr>
          <a:defRPr sz="1600" dirty="0" err="1" smtClean="0">
            <a:latin typeface="Slalom Sans Light" panose="00000400000000000000" pitchFamily="50" charset="0"/>
          </a:defRPr>
        </a:defPPr>
      </a:lstStyle>
    </a:txDef>
  </a:objectDefaults>
  <a:extraClrSchemeLst/>
  <a:extLst>
    <a:ext uri="{05A4C25C-085E-4340-85A3-A5531E510DB2}">
      <thm15:themeFamily xmlns:thm15="http://schemas.microsoft.com/office/thememl/2012/main" name="Slalom-Build-Slalom-Sans-template-210302" id="{ABE599C0-B42E-7A43-98FB-ABFE7E051BD6}" vid="{5E20178A-A944-3748-8C3F-9DBBEB21DE3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apability xmlns="68e94f5c-ccc8-4de0-a8d9-15fd4088ce29">Core Canada</Capability>
    <Consultant xmlns="68e94f5c-ccc8-4de0-a8d9-15fd4088ce29">
      <UserInfo>
        <DisplayName>Fayas Mansoor</DisplayName>
        <AccountId>2101</AccountId>
        <AccountType/>
      </UserInfo>
    </Consultant>
    <PeopleLeader xmlns="68e94f5c-ccc8-4de0-a8d9-15fd4088ce29">
      <UserInfo>
        <DisplayName>Mike Ginou</DisplayName>
        <AccountId>311</AccountId>
        <AccountType/>
      </UserInfo>
    </PeopleLeader>
    <TaxCatchAll xmlns="f230f452-75e4-4b0a-ae46-19d41b8bc0d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9AB0327C6E6A44B7E13958F6466AD1" ma:contentTypeVersion="21" ma:contentTypeDescription="Create a new document." ma:contentTypeScope="" ma:versionID="7143bc437b5f4299522607e554db3468">
  <xsd:schema xmlns:xsd="http://www.w3.org/2001/XMLSchema" xmlns:xs="http://www.w3.org/2001/XMLSchema" xmlns:p="http://schemas.microsoft.com/office/2006/metadata/properties" xmlns:ns2="68e94f5c-ccc8-4de0-a8d9-15fd4088ce29" xmlns:ns3="fd49e726-a072-475f-9f86-75af7d737fac" xmlns:ns4="f230f452-75e4-4b0a-ae46-19d41b8bc0d0" targetNamespace="http://schemas.microsoft.com/office/2006/metadata/properties" ma:root="true" ma:fieldsID="c86d6c2f02473af81250e9f49a31fe64" ns2:_="" ns3:_="" ns4:_="">
    <xsd:import namespace="68e94f5c-ccc8-4de0-a8d9-15fd4088ce29"/>
    <xsd:import namespace="fd49e726-a072-475f-9f86-75af7d737fac"/>
    <xsd:import namespace="f230f452-75e4-4b0a-ae46-19d41b8bc0d0"/>
    <xsd:element name="properties">
      <xsd:complexType>
        <xsd:sequence>
          <xsd:element name="documentManagement">
            <xsd:complexType>
              <xsd:all>
                <xsd:element ref="ns2:Consultant"/>
                <xsd:element ref="ns2:Capability"/>
                <xsd:element ref="ns2:PeopleLeader"/>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e94f5c-ccc8-4de0-a8d9-15fd4088ce29" elementFormDefault="qualified">
    <xsd:import namespace="http://schemas.microsoft.com/office/2006/documentManagement/types"/>
    <xsd:import namespace="http://schemas.microsoft.com/office/infopath/2007/PartnerControls"/>
    <xsd:element name="Consultant" ma:index="1" ma:displayName="Consultant" ma:format="Dropdown" ma:list="UserInfo" ma:SharePointGroup="0" ma:internalName="Consultant" ma:readOnly="fals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Capability" ma:index="2" ma:displayName="Capability " ma:format="Dropdown" ma:internalName="Capability" ma:readOnly="false">
      <xsd:simpleType>
        <xsd:restriction base="dms:Choice">
          <xsd:enumeration value="Analytics"/>
          <xsd:enumeration value="B2B Commerce"/>
          <xsd:enumeration value="B2C Commerce"/>
          <xsd:enumeration value="Chatbots and Digital Service"/>
          <xsd:enumeration value="CLM"/>
          <xsd:enumeration value="Communication Cloud"/>
          <xsd:enumeration value="Core East"/>
          <xsd:enumeration value="Core Central"/>
          <xsd:enumeration value="Core West"/>
          <xsd:enumeration value="Core Canada"/>
          <xsd:enumeration value="Core UK"/>
          <xsd:enumeration value="CCT/Ccaas"/>
          <xsd:enumeration value="DevOps"/>
          <xsd:enumeration value="Enterprise Architecture"/>
          <xsd:enumeration value="Engagement Leadership"/>
          <xsd:enumeration value="E&amp;O"/>
          <xsd:enumeration value="Experience Cloud"/>
          <xsd:enumeration value="Financial Services Cloud"/>
          <xsd:enumeration value="Financial Services"/>
          <xsd:enumeration value="Field Service"/>
          <xsd:enumeration value="Health Cloud"/>
          <xsd:enumeration value="Healthcare &amp; Life Sciences"/>
          <xsd:enumeration value="Manufacturing"/>
          <xsd:enumeration value="Marketing Cloud"/>
          <xsd:enumeration value="MuleSoft"/>
          <xsd:enumeration value="nCino"/>
          <xsd:enumeration value="Net Zero Cloud"/>
          <xsd:enumeration value="Public Sector"/>
          <xsd:enumeration value="Public Sector Solutions"/>
          <xsd:enumeration value="Quality Engineering"/>
          <xsd:enumeration value="Retail &amp; CG"/>
          <xsd:enumeration value="Revenue Cloud"/>
          <xsd:enumeration value="Slack"/>
          <xsd:enumeration value="Solution Ownership"/>
          <xsd:enumeration value="Solution Ownership Capabilities"/>
          <xsd:enumeration value="User Experience"/>
          <xsd:enumeration value="Local Profile"/>
          <xsd:enumeration value="UK"/>
        </xsd:restriction>
      </xsd:simpleType>
    </xsd:element>
    <xsd:element name="PeopleLeader" ma:index="3" ma:displayName="People Leader" ma:format="Dropdown" ma:list="UserInfo" ma:SharePointGroup="0" ma:internalName="PeopleLeader" ma:readOnly="fals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hidden="true" ma:internalName="MediaServiceKeyPoint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49e726-a072-475f-9f86-75af7d737fac" elementFormDefault="qualified">
    <xsd:import namespace="http://schemas.microsoft.com/office/2006/documentManagement/types"/>
    <xsd:import namespace="http://schemas.microsoft.com/office/infopath/2007/PartnerControls"/>
    <xsd:element name="SharedWithUsers" ma:index="13"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230f452-75e4-4b0a-ae46-19d41b8bc0d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0f91b520-b7de-49d7-9fd6-af7dda84d06b}" ma:internalName="TaxCatchAll" ma:readOnly="false" ma:showField="CatchAllData" ma:web="fd49e726-a072-475f-9f86-75af7d737f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D60940-A7F9-4840-9DF5-7A28A47439BF}">
  <ds:schemaRefs>
    <ds:schemaRef ds:uri="f230f452-75e4-4b0a-ae46-19d41b8bc0d0"/>
    <ds:schemaRef ds:uri="http://schemas.openxmlformats.org/package/2006/metadata/core-properties"/>
    <ds:schemaRef ds:uri="http://purl.org/dc/dcmitype/"/>
    <ds:schemaRef ds:uri="http://schemas.microsoft.com/office/infopath/2007/PartnerControls"/>
    <ds:schemaRef ds:uri="http://www.w3.org/XML/1998/namespace"/>
    <ds:schemaRef ds:uri="http://schemas.microsoft.com/office/2006/documentManagement/types"/>
    <ds:schemaRef ds:uri="http://purl.org/dc/terms/"/>
    <ds:schemaRef ds:uri="http://purl.org/dc/elements/1.1/"/>
    <ds:schemaRef ds:uri="fd49e726-a072-475f-9f86-75af7d737fac"/>
    <ds:schemaRef ds:uri="68e94f5c-ccc8-4de0-a8d9-15fd4088ce29"/>
    <ds:schemaRef ds:uri="http://schemas.microsoft.com/office/2006/metadata/properties"/>
  </ds:schemaRefs>
</ds:datastoreItem>
</file>

<file path=customXml/itemProps2.xml><?xml version="1.0" encoding="utf-8"?>
<ds:datastoreItem xmlns:ds="http://schemas.openxmlformats.org/officeDocument/2006/customXml" ds:itemID="{1FC581BF-012B-407F-8510-6AF8EB36F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e94f5c-ccc8-4de0-a8d9-15fd4088ce29"/>
    <ds:schemaRef ds:uri="fd49e726-a072-475f-9f86-75af7d737fac"/>
    <ds:schemaRef ds:uri="f230f452-75e4-4b0a-ae46-19d41b8bc0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580DA2-9DFF-410A-87A0-5BB8A3E0C9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28817</TotalTime>
  <Words>456</Words>
  <Application>Microsoft Macintosh PowerPoint</Application>
  <PresentationFormat>Widescreen</PresentationFormat>
  <Paragraphs>34</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MarkPro-Bold</vt:lpstr>
      <vt:lpstr>Slalom Sans</vt:lpstr>
      <vt:lpstr>Slalom Sans Bold</vt:lpstr>
      <vt:lpstr>Slalom Sans Light</vt:lpstr>
      <vt:lpstr>SlalomSans-Light</vt:lpstr>
      <vt:lpstr>Wingdings</vt:lpstr>
      <vt:lpstr>1_Office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Libby Palmer</dc:creator>
  <cp:keywords/>
  <dc:description/>
  <cp:lastModifiedBy>Prishan Fernando</cp:lastModifiedBy>
  <cp:revision>21</cp:revision>
  <dcterms:created xsi:type="dcterms:W3CDTF">2022-02-11T20:57:48Z</dcterms:created>
  <dcterms:modified xsi:type="dcterms:W3CDTF">2024-02-23T00:11:07Z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0x010100DE9AB0327C6E6A44B7E13958F6466AD1</vt:lpwstr>
  </property>
</Properties>
</file>