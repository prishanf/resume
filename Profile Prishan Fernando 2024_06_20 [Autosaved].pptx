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7FFFC471_7786411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4" r:id="rId4"/>
  </p:sldMasterIdLst>
  <p:notesMasterIdLst>
    <p:notesMasterId r:id="rId7"/>
  </p:notesMasterIdLst>
  <p:handoutMasterIdLst>
    <p:handoutMasterId r:id="rId8"/>
  </p:handoutMasterIdLst>
  <p:sldIdLst>
    <p:sldId id="2147468401" r:id="rId5"/>
    <p:sldId id="2147468404" r:id="rId6"/>
  </p:sldIdLst>
  <p:sldSz cx="12192000" cy="6858000"/>
  <p:notesSz cx="6858000" cy="9144000"/>
  <p:embeddedFontLst>
    <p:embeddedFont>
      <p:font typeface="Avenir Next LT Pro" panose="020F0502020204030204" pitchFamily="34" charset="0"/>
      <p:regular r:id="rId9"/>
      <p:bold r:id="rId10"/>
      <p:italic r:id="rId11"/>
      <p:boldItalic r:id="rId12"/>
    </p:embeddedFont>
    <p:embeddedFont>
      <p:font typeface="Slalom Sans Light" pitchFamily="2" charset="77"/>
      <p:regular r:id="rId13"/>
      <p:italic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sultant Profile" id="{3B4F2464-78DB-417A-9DC6-F1725187906A}">
          <p14:sldIdLst>
            <p14:sldId id="2147468401"/>
            <p14:sldId id="214746840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12F9B00-1143-8921-69C1-6F3755647054}" name="Brooke Roehrick" initials="BR" userId="S::brooke.roehrick@slalom.com::68bdd573-41c9-4dd1-94f6-8d056569b842" providerId="AD"/>
  <p188:author id="{82E6559A-C56D-D117-5E44-FA4DF0890D3F}" name="Alejandro Kahaner" initials="AK" userId="085ae13fdc309322" providerId="Windows Live"/>
  <p188:author id="{587526BA-0C72-9400-4696-81613771F6FF}" name="Robyn Wolfe" initials="RW" userId="S::robyn.wolfe@slalom.com::3900a649-95a0-4359-8a21-6d9059764c87" providerId="AD"/>
  <p188:author id="{C6A4D8DB-9AF9-4E16-BA62-E3522272308E}" name="Sarah Wong" initials="SW" userId="S::sarah.wong@slalom.com::ca6c593a-0c3a-4f74-8eb9-648ca7ebdade" providerId="AD"/>
  <p188:author id="{6595DFEA-A893-E008-CA68-DC121CD58994}" name="Erinn Lawber" initials="EL" userId="ec579f71cb18cbc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802"/>
  </p:normalViewPr>
  <p:slideViewPr>
    <p:cSldViewPr snapToGrid="0">
      <p:cViewPr varScale="1">
        <p:scale>
          <a:sx n="147" d="100"/>
          <a:sy n="147" d="100"/>
        </p:scale>
        <p:origin x="1064" y="20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font" Target="fonts/font2.fntdata"/><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font" Target="fonts/font1.fntdata"/><Relationship Id="rId14" Type="http://schemas.openxmlformats.org/officeDocument/2006/relationships/font" Target="fonts/font6.fntdata"/></Relationships>
</file>

<file path=ppt/comments/modernComment_7FFFC471_77864110.xml><?xml version="1.0" encoding="utf-8"?>
<p188:cmLst xmlns:a="http://schemas.openxmlformats.org/drawingml/2006/main" xmlns:r="http://schemas.openxmlformats.org/officeDocument/2006/relationships" xmlns:p188="http://schemas.microsoft.com/office/powerpoint/2018/8/main">
  <p188:cm id="{603BE2F5-3E1B-49F3-892D-1B7251DC65EF}" authorId="{587526BA-0C72-9400-4696-81613771F6FF}" status="resolved" created="2023-07-13T22:26:58.566" complete="100000">
    <ac:deMkLst xmlns:ac="http://schemas.microsoft.com/office/drawing/2013/main/command">
      <pc:docMk xmlns:pc="http://schemas.microsoft.com/office/powerpoint/2013/main/command"/>
      <pc:sldMk xmlns:pc="http://schemas.microsoft.com/office/powerpoint/2013/main/command" cId="2005287184" sldId="2147468401"/>
      <ac:spMk id="3" creationId="{5E69F7FB-A687-71C7-2043-0257ED9C5E63}"/>
    </ac:deMkLst>
    <p188:txBody>
      <a:bodyPr/>
      <a:lstStyle/>
      <a:p>
        <a:r>
          <a:rPr lang="en-US"/>
          <a:t>Table gridlines to be hidden after but tables vs text boxes allows for easier formatting and alignment </a:t>
        </a:r>
      </a:p>
    </p188:txBody>
  </p188:cm>
  <p188:cm id="{434104A4-64CD-4780-AE08-587703454DCC}" authorId="{587526BA-0C72-9400-4696-81613771F6FF}" status="resolved" created="2023-07-13T22:28:53.835" complete="100000">
    <ac:txMkLst xmlns:ac="http://schemas.microsoft.com/office/drawing/2013/main/command">
      <pc:docMk xmlns:pc="http://schemas.microsoft.com/office/powerpoint/2013/main/command"/>
      <pc:sldMk xmlns:pc="http://schemas.microsoft.com/office/powerpoint/2013/main/command" cId="2005287184" sldId="2147468401"/>
      <ac:graphicFrameMk id="11" creationId="{F1A435B4-5018-791A-96CB-D756DFEC3A1D}"/>
      <ac:tblMk/>
      <ac:tcMk rowId="3378263275" colId="782422778"/>
      <ac:txMk cp="0" len="1">
        <ac:context len="24" hash="2081403772"/>
      </ac:txMk>
    </ac:txMkLst>
    <p188:pos x="1583932" y="3099370"/>
    <p188:txBody>
      <a:bodyPr/>
      <a:lstStyle/>
      <a:p>
        <a:r>
          <a:rPr lang="en-US"/>
          <a:t>Industry Experience eg. public sector, healthcare, retail, Oil &amp; Gas, etc. </a:t>
        </a:r>
      </a:p>
    </p188:txBody>
  </p188:cm>
  <p188:cm id="{9184A754-E5A6-4821-A3A9-EA8EFE30C872}" authorId="{587526BA-0C72-9400-4696-81613771F6FF}" status="resolved" created="2023-07-13T22:29:08.695" complete="100000">
    <ac:txMkLst xmlns:ac="http://schemas.microsoft.com/office/drawing/2013/main/command">
      <pc:docMk xmlns:pc="http://schemas.microsoft.com/office/powerpoint/2013/main/command"/>
      <pc:sldMk xmlns:pc="http://schemas.microsoft.com/office/powerpoint/2013/main/command" cId="2005287184" sldId="2147468401"/>
      <ac:graphicFrameMk id="11" creationId="{F1A435B4-5018-791A-96CB-D756DFEC3A1D}"/>
      <ac:tblMk/>
      <ac:tcMk rowId="3378263275" colId="782422778"/>
      <ac:txMk cp="0" len="1">
        <ac:context len="24" hash="2081403772"/>
      </ac:txMk>
    </ac:txMkLst>
    <p188:pos x="1583932" y="3099370"/>
    <p188:txBody>
      <a:bodyPr/>
      <a:lstStyle/>
      <a:p>
        <a:r>
          <a:rPr lang="en-US"/>
          <a:t>Include all education and certificates.</a:t>
        </a:r>
      </a:p>
    </p188:txBody>
  </p188:cm>
  <p188:cm id="{AC0898D1-5D1B-465F-BDD3-5BEBFC74034E}" authorId="{587526BA-0C72-9400-4696-81613771F6FF}" status="resolved" created="2023-07-13T22:29:46.696" complete="100000">
    <ac:txMkLst xmlns:ac="http://schemas.microsoft.com/office/drawing/2013/main/command">
      <pc:docMk xmlns:pc="http://schemas.microsoft.com/office/powerpoint/2013/main/command"/>
      <pc:sldMk xmlns:pc="http://schemas.microsoft.com/office/powerpoint/2013/main/command" cId="2005287184" sldId="2147468401"/>
      <ac:spMk id="2" creationId="{E6010461-A9B6-81C1-BFA0-704D3700C7DF}"/>
      <ac:txMk cp="65">
        <ac:context len="1069" hash="1754125096"/>
      </ac:txMk>
    </ac:txMkLst>
    <p188:pos x="2688404" y="625011"/>
    <p188:txBody>
      <a:bodyPr/>
      <a:lstStyle/>
      <a:p>
        <a:r>
          <a:rPr lang="en-US"/>
          <a:t>Include your yrs experience as a whole Jim has over 10 years experience..... </a:t>
        </a:r>
      </a:p>
    </p188:txBody>
  </p188:cm>
  <p188:cm id="{53CBCCFC-7CA1-45DE-8B4A-4474A7102AE9}" authorId="{587526BA-0C72-9400-4696-81613771F6FF}" status="resolved" created="2023-07-13T23:13:54.282" complete="100000">
    <ac:deMkLst xmlns:ac="http://schemas.microsoft.com/office/drawing/2013/main/command">
      <pc:docMk xmlns:pc="http://schemas.microsoft.com/office/powerpoint/2013/main/command"/>
      <pc:sldMk xmlns:pc="http://schemas.microsoft.com/office/powerpoint/2013/main/command" cId="2005287184" sldId="2147468401"/>
      <ac:graphicFrameMk id="10" creationId="{BB372A59-6CB9-C510-D517-A483DF39B62E}"/>
    </ac:deMkLst>
    <p188:txBody>
      <a:bodyPr/>
      <a:lstStyle/>
      <a:p>
        <a:r>
          <a:rPr lang="en-US"/>
          <a:t>If you need to duplicate the slide to cover multiple experiences go ahead we can trim down as needed per response. </a:t>
        </a:r>
      </a:p>
    </p188:txBody>
  </p188:cm>
  <p188:cm id="{6A2A4FB8-6261-4B98-9BEA-5811CC31E4FB}" authorId="{587526BA-0C72-9400-4696-81613771F6FF}" status="resolved" created="2024-06-13T16:20:23.161" complete="100000">
    <ac:txMkLst xmlns:ac="http://schemas.microsoft.com/office/drawing/2013/main/command">
      <pc:docMk xmlns:pc="http://schemas.microsoft.com/office/powerpoint/2013/main/command"/>
      <pc:sldMk xmlns:pc="http://schemas.microsoft.com/office/powerpoint/2013/main/command" cId="2005287184" sldId="2147468401"/>
      <ac:graphicFrameMk id="10" creationId="{BB372A59-6CB9-C510-D517-A483DF39B62E}"/>
      <ac:tblMk/>
      <ac:tcMk rowId="535774116" colId="782422778"/>
      <ac:txMk cp="0">
        <ac:context len="1" hash="13"/>
      </ac:txMk>
    </ac:txMkLst>
    <p188:pos x="3035847" y="637496"/>
    <p188:txBody>
      <a:bodyPr/>
      <a:lstStyle/>
      <a:p>
        <a:r>
          <a:rPr lang="en-CA"/>
          <a:t>Dates can be a requirement for proposal responses be as accurate as possible if months can't be recalled years will suffice.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3E69876-2BB9-4C13-BC90-4C5170103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1100" b="1"/>
          </a:p>
        </p:txBody>
      </p:sp>
      <p:sp>
        <p:nvSpPr>
          <p:cNvPr id="3" name="Date Placeholder 2">
            <a:extLst>
              <a:ext uri="{FF2B5EF4-FFF2-40B4-BE49-F238E27FC236}">
                <a16:creationId xmlns:a16="http://schemas.microsoft.com/office/drawing/2014/main" id="{B4D70B54-AA6F-4069-B867-90F5B6AD44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C51E737-F236-4BB9-8646-7AEE0862CFC7}" type="datetimeFigureOut">
              <a:rPr lang="en-US" sz="800" smtClean="0"/>
              <a:t>7/23/24</a:t>
            </a:fld>
            <a:endParaRPr lang="en-US" sz="800"/>
          </a:p>
        </p:txBody>
      </p:sp>
      <p:sp>
        <p:nvSpPr>
          <p:cNvPr id="4" name="Footer Placeholder 3">
            <a:extLst>
              <a:ext uri="{FF2B5EF4-FFF2-40B4-BE49-F238E27FC236}">
                <a16:creationId xmlns:a16="http://schemas.microsoft.com/office/drawing/2014/main" id="{05B0FA07-EA8A-4489-8329-C7D5E5CFC2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800"/>
          </a:p>
        </p:txBody>
      </p:sp>
      <p:sp>
        <p:nvSpPr>
          <p:cNvPr id="5" name="Slide Number Placeholder 4">
            <a:extLst>
              <a:ext uri="{FF2B5EF4-FFF2-40B4-BE49-F238E27FC236}">
                <a16:creationId xmlns:a16="http://schemas.microsoft.com/office/drawing/2014/main" id="{44E63906-4325-49A4-B35E-55495D37A9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AE7397-DCD0-411E-96FF-56C058BB3580}" type="slidenum">
              <a:rPr lang="en-US" sz="800" smtClean="0"/>
              <a:t>‹#›</a:t>
            </a:fld>
            <a:endParaRPr lang="en-US" sz="800"/>
          </a:p>
        </p:txBody>
      </p:sp>
    </p:spTree>
    <p:extLst>
      <p:ext uri="{BB962C8B-B14F-4D97-AF65-F5344CB8AC3E}">
        <p14:creationId xmlns:p14="http://schemas.microsoft.com/office/powerpoint/2010/main" val="4553338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100" b="1"/>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800"/>
            </a:lvl1pPr>
          </a:lstStyle>
          <a:p>
            <a:fld id="{D8DC90B5-2E03-4135-B528-1241C30C095B}" type="datetimeFigureOut">
              <a:rPr lang="en-US" smtClean="0"/>
              <a:pPr/>
              <a:t>7/23/24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schemeClr val="bg2"/>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8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800"/>
            </a:lvl1pPr>
          </a:lstStyle>
          <a:p>
            <a:fld id="{B47F534D-C1C8-4AA5-88B2-A9405FF0088B}" type="slidenum">
              <a:rPr lang="en-US" smtClean="0"/>
              <a:pPr/>
              <a:t>‹#›</a:t>
            </a:fld>
            <a:endParaRPr lang="en-US"/>
          </a:p>
        </p:txBody>
      </p:sp>
    </p:spTree>
    <p:extLst>
      <p:ext uri="{BB962C8B-B14F-4D97-AF65-F5344CB8AC3E}">
        <p14:creationId xmlns:p14="http://schemas.microsoft.com/office/powerpoint/2010/main" val="1629788597"/>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defRPr sz="1100" kern="1200">
        <a:solidFill>
          <a:schemeClr val="tx1"/>
        </a:solidFill>
        <a:latin typeface="+mn-lt"/>
        <a:ea typeface="+mn-ea"/>
        <a:cs typeface="+mn-cs"/>
      </a:defRPr>
    </a:lvl1pPr>
    <a:lvl2pPr marL="457200" algn="l" defTabSz="914400" rtl="0" eaLnBrk="1" latinLnBrk="0" hangingPunct="1">
      <a:lnSpc>
        <a:spcPct val="120000"/>
      </a:lnSpc>
      <a:defRPr sz="1100" kern="1200">
        <a:solidFill>
          <a:schemeClr val="tx1"/>
        </a:solidFill>
        <a:latin typeface="+mn-lt"/>
        <a:ea typeface="+mn-ea"/>
        <a:cs typeface="+mn-cs"/>
      </a:defRPr>
    </a:lvl2pPr>
    <a:lvl3pPr marL="914400" algn="l" defTabSz="914400" rtl="0" eaLnBrk="1" latinLnBrk="0" hangingPunct="1">
      <a:lnSpc>
        <a:spcPct val="120000"/>
      </a:lnSpc>
      <a:defRPr sz="1100" kern="1200">
        <a:solidFill>
          <a:schemeClr val="tx1"/>
        </a:solidFill>
        <a:latin typeface="+mn-lt"/>
        <a:ea typeface="+mn-ea"/>
        <a:cs typeface="+mn-cs"/>
      </a:defRPr>
    </a:lvl3pPr>
    <a:lvl4pPr marL="1371600" algn="l" defTabSz="914400" rtl="0" eaLnBrk="1" latinLnBrk="0" hangingPunct="1">
      <a:lnSpc>
        <a:spcPct val="120000"/>
      </a:lnSpc>
      <a:defRPr sz="1100" kern="1200">
        <a:solidFill>
          <a:schemeClr val="tx1"/>
        </a:solidFill>
        <a:latin typeface="+mn-lt"/>
        <a:ea typeface="+mn-ea"/>
        <a:cs typeface="+mn-cs"/>
      </a:defRPr>
    </a:lvl4pPr>
    <a:lvl5pPr marL="1828800" algn="l" defTabSz="914400" rtl="0" eaLnBrk="1" latinLnBrk="0" hangingPunct="1">
      <a:lnSpc>
        <a:spcPct val="120000"/>
      </a:lnSpc>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7F534D-C1C8-4AA5-88B2-A9405FF0088B}" type="slidenum">
              <a:rPr lang="en-US" smtClean="0"/>
              <a:pPr/>
              <a:t>1</a:t>
            </a:fld>
            <a:endParaRPr lang="en-US"/>
          </a:p>
        </p:txBody>
      </p:sp>
    </p:spTree>
    <p:extLst>
      <p:ext uri="{BB962C8B-B14F-4D97-AF65-F5344CB8AC3E}">
        <p14:creationId xmlns:p14="http://schemas.microsoft.com/office/powerpoint/2010/main" val="35122477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bg>
      <p:bgPr>
        <a:solidFill>
          <a:schemeClr val="accent1"/>
        </a:solidFill>
        <a:effectLst/>
      </p:bgPr>
    </p:bg>
    <p:spTree>
      <p:nvGrpSpPr>
        <p:cNvPr id="1" name=""/>
        <p:cNvGrpSpPr/>
        <p:nvPr/>
      </p:nvGrpSpPr>
      <p:grpSpPr>
        <a:xfrm>
          <a:off x="0" y="0"/>
          <a:ext cx="0" cy="0"/>
          <a:chOff x="0" y="0"/>
          <a:chExt cx="0" cy="0"/>
        </a:xfrm>
      </p:grpSpPr>
      <p:sp>
        <p:nvSpPr>
          <p:cNvPr id="37" name="Text Placeholder 4">
            <a:extLst>
              <a:ext uri="{FF2B5EF4-FFF2-40B4-BE49-F238E27FC236}">
                <a16:creationId xmlns:a16="http://schemas.microsoft.com/office/drawing/2014/main" id="{DBC706B5-DD0D-21FC-8DFC-D9B4B0C03970}"/>
              </a:ext>
            </a:extLst>
          </p:cNvPr>
          <p:cNvSpPr>
            <a:spLocks noGrp="1"/>
          </p:cNvSpPr>
          <p:nvPr>
            <p:ph type="body" sz="quarter" idx="14" hasCustomPrompt="1"/>
          </p:nvPr>
        </p:nvSpPr>
        <p:spPr>
          <a:xfrm>
            <a:off x="1511300" y="978084"/>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Lst>
          </p:cNvPr>
          <p:cNvSpPr>
            <a:spLocks noGrp="1"/>
          </p:cNvSpPr>
          <p:nvPr>
            <p:ph type="body" sz="quarter" idx="15" hasCustomPrompt="1"/>
          </p:nvPr>
        </p:nvSpPr>
        <p:spPr>
          <a:xfrm>
            <a:off x="1511300" y="1222961"/>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p:ph type="ctrTitle"/>
          </p:nvPr>
        </p:nvSpPr>
        <p:spPr>
          <a:xfrm>
            <a:off x="1511300" y="2285999"/>
            <a:ext cx="8229600" cy="1828802"/>
          </a:xfrm>
        </p:spPr>
        <p:txBody>
          <a:bodyPr anchor="b"/>
          <a:lstStyle>
            <a:lvl1pPr algn="l">
              <a:defRPr sz="6600"/>
            </a:lvl1pPr>
          </a:lstStyle>
          <a:p>
            <a:r>
              <a:rPr lang="en-US"/>
              <a:t>Click to edit Master 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p:ph type="body" sz="quarter" idx="13"/>
          </p:nvPr>
        </p:nvSpPr>
        <p:spPr>
          <a:xfrm>
            <a:off x="1511300" y="4596115"/>
            <a:ext cx="8229599"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4" name="Picture Placeholder 5">
            <a:extLst>
              <a:ext uri="{FF2B5EF4-FFF2-40B4-BE49-F238E27FC236}">
                <a16:creationId xmlns:a16="http://schemas.microsoft.com/office/drawing/2014/main" id="{AD295C37-A67F-85DD-1EA6-C16F8D707D28}"/>
              </a:ext>
            </a:extLst>
          </p:cNvPr>
          <p:cNvSpPr>
            <a:spLocks noGrp="1"/>
          </p:cNvSpPr>
          <p:nvPr>
            <p:ph type="pic" sz="quarter" idx="16" hasCustomPrompt="1"/>
          </p:nvPr>
        </p:nvSpPr>
        <p:spPr>
          <a:xfrm>
            <a:off x="1511300" y="5627683"/>
            <a:ext cx="3027622" cy="661824"/>
          </a:xfrm>
        </p:spPr>
        <p:txBody>
          <a:bodyPr anchor="ctr"/>
          <a:lstStyle>
            <a:lvl1pPr marL="0" indent="0" algn="ctr">
              <a:buNone/>
              <a:defRPr sz="900" b="1" cap="all" baseline="0"/>
            </a:lvl1pPr>
          </a:lstStyle>
          <a:p>
            <a:r>
              <a:rPr lang="en-US"/>
              <a:t>Click icon to insert Client logo</a:t>
            </a:r>
          </a:p>
        </p:txBody>
      </p:sp>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30" name="Picture 9">
            <a:extLst>
              <a:ext uri="{FF2B5EF4-FFF2-40B4-BE49-F238E27FC236}">
                <a16:creationId xmlns:a16="http://schemas.microsoft.com/office/drawing/2014/main" id="{AC202CA2-841E-B2A5-A6D3-46104332A1B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330963311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w/ Photo">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5FB82D-00F6-1FB9-83D0-73BA8A9563B0}"/>
              </a:ext>
              <a:ext uri="{C183D7F6-B498-43B3-948B-1728B52AA6E4}">
                <adec:decorative xmlns:adec="http://schemas.microsoft.com/office/drawing/2017/decorative" val="1"/>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tx1"/>
                </a:solidFill>
              </a:rPr>
              <a:t>IMAGE Layout INSTRUCTIONS</a:t>
            </a:r>
          </a:p>
          <a:p>
            <a:pPr marL="174625" indent="-174625">
              <a:spcBef>
                <a:spcPts val="1200"/>
              </a:spcBef>
              <a:buFont typeface="Avenir Next LT Pro" panose="020B0504020202020204" pitchFamily="34" charset="0"/>
              <a:buChar char="•"/>
            </a:pPr>
            <a:r>
              <a:rPr lang="en-US" sz="1000">
                <a:solidFill>
                  <a:schemeClr val="tx1"/>
                </a:solidFill>
              </a:rPr>
              <a:t>This layout is built in layers, with a colored overlay that should hover over the image. </a:t>
            </a:r>
          </a:p>
          <a:p>
            <a:pPr marL="174625" indent="-174625">
              <a:spcBef>
                <a:spcPts val="1200"/>
              </a:spcBef>
              <a:buFont typeface="Avenir Next LT Pro" panose="020B0504020202020204" pitchFamily="34" charset="0"/>
              <a:buChar char="•"/>
            </a:pPr>
            <a:r>
              <a:rPr lang="en-US" sz="1000">
                <a:solidFill>
                  <a:schemeClr val="tx1"/>
                </a:solidFill>
              </a:rPr>
              <a:t>In order to add an image, click on the </a:t>
            </a:r>
            <a:br>
              <a:rPr lang="en-US" sz="1000">
                <a:solidFill>
                  <a:schemeClr val="tx1"/>
                </a:solidFill>
              </a:rPr>
            </a:br>
            <a:r>
              <a:rPr lang="en-US" sz="1000">
                <a:solidFill>
                  <a:schemeClr val="tx1"/>
                </a:solidFill>
              </a:rPr>
              <a:t>gradient shape with the dotted line. </a:t>
            </a:r>
            <a:br>
              <a:rPr lang="en-US" sz="1000">
                <a:solidFill>
                  <a:schemeClr val="tx1"/>
                </a:solidFill>
              </a:rPr>
            </a:br>
            <a:r>
              <a:rPr lang="en-US" sz="1000">
                <a:solidFill>
                  <a:schemeClr val="tx1"/>
                </a:solidFill>
              </a:rPr>
              <a:t>Use Arrange &gt; Send to back.</a:t>
            </a:r>
          </a:p>
          <a:p>
            <a:pPr marL="174625" indent="-174625">
              <a:spcBef>
                <a:spcPts val="1200"/>
              </a:spcBef>
              <a:buFont typeface="Avenir Next LT Pro" panose="020B0504020202020204" pitchFamily="34" charset="0"/>
              <a:buChar char="•"/>
            </a:pPr>
            <a:r>
              <a:rPr lang="en-US" sz="1000">
                <a:solidFill>
                  <a:schemeClr val="tx1"/>
                </a:solidFill>
              </a:rPr>
              <a:t>Now the image icon will be clickable. </a:t>
            </a:r>
            <a:br>
              <a:rPr lang="en-US" sz="1000">
                <a:solidFill>
                  <a:schemeClr val="tx1"/>
                </a:solidFill>
              </a:rPr>
            </a:br>
            <a:r>
              <a:rPr lang="en-US" sz="1000">
                <a:solidFill>
                  <a:schemeClr val="tx1"/>
                </a:solidFill>
              </a:rPr>
              <a:t>Find and insert your image. </a:t>
            </a:r>
          </a:p>
          <a:p>
            <a:pPr marL="174625" indent="-174625">
              <a:spcBef>
                <a:spcPts val="1200"/>
              </a:spcBef>
              <a:buFont typeface="Avenir Next LT Pro" panose="020B0504020202020204" pitchFamily="34" charset="0"/>
              <a:buChar char="•"/>
            </a:pPr>
            <a:r>
              <a:rPr lang="en-US" sz="1000">
                <a:solidFill>
                  <a:schemeClr val="tx1"/>
                </a:solidFill>
              </a:rPr>
              <a:t>To correct the order, use the Reset button. </a:t>
            </a:r>
            <a:br>
              <a:rPr lang="en-US" sz="1000">
                <a:solidFill>
                  <a:schemeClr val="tx1"/>
                </a:solidFill>
              </a:rPr>
            </a:br>
            <a:r>
              <a:rPr lang="en-US" sz="1000">
                <a:solidFill>
                  <a:schemeClr val="tx1"/>
                </a:solidFill>
              </a:rPr>
              <a:t>If the Reset button upsets any cropping, </a:t>
            </a:r>
            <a:br>
              <a:rPr lang="en-US" sz="1000">
                <a:solidFill>
                  <a:schemeClr val="tx1"/>
                </a:solidFill>
              </a:rPr>
            </a:br>
            <a:r>
              <a:rPr lang="en-US" sz="1000">
                <a:solidFill>
                  <a:schemeClr val="tx1"/>
                </a:solidFill>
              </a:rPr>
              <a:t>use Arrange &gt; Send to back when selected </a:t>
            </a:r>
            <a:br>
              <a:rPr lang="en-US" sz="1000">
                <a:solidFill>
                  <a:schemeClr val="tx1"/>
                </a:solidFill>
              </a:rPr>
            </a:br>
            <a:r>
              <a:rPr lang="en-US" sz="1000">
                <a:solidFill>
                  <a:schemeClr val="tx1"/>
                </a:solidFill>
              </a:rPr>
              <a:t>on the image. </a:t>
            </a:r>
          </a:p>
          <a:p>
            <a:pPr marL="174625" indent="-174625">
              <a:spcBef>
                <a:spcPts val="1200"/>
              </a:spcBef>
              <a:buFont typeface="Avenir Next LT Pro" panose="020B0504020202020204" pitchFamily="34" charset="0"/>
              <a:buChar char="•"/>
            </a:pPr>
            <a:r>
              <a:rPr lang="en-US" sz="1000">
                <a:solidFill>
                  <a:schemeClr val="tx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tx1"/>
                </a:solidFill>
              </a:rPr>
              <a:t>The logo should always be either </a:t>
            </a:r>
            <a:br>
              <a:rPr lang="en-US" sz="1000">
                <a:solidFill>
                  <a:schemeClr val="tx1"/>
                </a:solidFill>
              </a:rPr>
            </a:br>
            <a:r>
              <a:rPr lang="en-US" sz="1000">
                <a:solidFill>
                  <a:schemeClr val="tx1"/>
                </a:solidFill>
              </a:rPr>
              <a:t>Dark Gray, Text 1, White, Background 1 </a:t>
            </a:r>
            <a:br>
              <a:rPr lang="en-US" sz="1000">
                <a:solidFill>
                  <a:schemeClr val="tx1"/>
                </a:solidFill>
              </a:rPr>
            </a:br>
            <a:r>
              <a:rPr lang="en-US" sz="1000">
                <a:solidFill>
                  <a:schemeClr val="tx1"/>
                </a:solidFill>
              </a:rPr>
              <a:t>or Blue, Accent 1.</a:t>
            </a:r>
          </a:p>
        </p:txBody>
      </p:sp>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1"/>
              </a:ext>
            </a:extLst>
          </p:cNvPr>
          <p:cNvSpPr>
            <a:spLocks noGrp="1"/>
          </p:cNvSpPr>
          <p:nvPr>
            <p:ph type="pic" idx="1" hasCustomPrompt="1"/>
          </p:nvPr>
        </p:nvSpPr>
        <p:spPr>
          <a:xfrm>
            <a:off x="138684" y="0"/>
            <a:ext cx="12053316" cy="6858000"/>
          </a:xfrm>
          <a:solidFill>
            <a:schemeClr val="accent2"/>
          </a:solidFill>
        </p:spPr>
        <p:txBody>
          <a:bodyPr/>
          <a:lstStyle>
            <a:lvl1pPr marL="0" indent="0" algn="l">
              <a:buNone/>
              <a:defRPr sz="9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38685" y="0"/>
            <a:ext cx="12053315" cy="6858000"/>
          </a:xfrm>
          <a:gradFill>
            <a:gsLst>
              <a:gs pos="0">
                <a:schemeClr val="bg1">
                  <a:alpha val="70000"/>
                </a:schemeClr>
              </a:gs>
              <a:gs pos="75000">
                <a:schemeClr val="bg1">
                  <a:alpha val="0"/>
                </a:schemeClr>
              </a:gs>
            </a:gsLst>
            <a:lin ang="0" scaled="1"/>
          </a:gradFill>
        </p:spPr>
        <p:txBody>
          <a:bodyPr/>
          <a:lstStyle>
            <a:lvl1pPr marL="0" indent="0">
              <a:buNone/>
              <a:defRPr sz="60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10328030" y="487104"/>
            <a:ext cx="1292469" cy="336440"/>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3" name="Text Placeholder 4">
            <a:extLst>
              <a:ext uri="{FF2B5EF4-FFF2-40B4-BE49-F238E27FC236}">
                <a16:creationId xmlns:a16="http://schemas.microsoft.com/office/drawing/2014/main" id="{F1FB8FC4-A6F7-F57C-F441-E6B1F67BF010}"/>
              </a:ext>
              <a:ext uri="{C183D7F6-B498-43B3-948B-1728B52AA6E4}">
                <adec:decorative xmlns:adec="http://schemas.microsoft.com/office/drawing/2017/decorative" val="0"/>
              </a:ext>
            </a:extLst>
          </p:cNvPr>
          <p:cNvSpPr>
            <a:spLocks noGrp="1"/>
          </p:cNvSpPr>
          <p:nvPr>
            <p:ph type="body" sz="quarter" idx="14" hasCustomPrompt="1"/>
          </p:nvPr>
        </p:nvSpPr>
        <p:spPr>
          <a:xfrm>
            <a:off x="563419" y="565621"/>
            <a:ext cx="3538682"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4" name="Text Placeholder 4">
            <a:extLst>
              <a:ext uri="{FF2B5EF4-FFF2-40B4-BE49-F238E27FC236}">
                <a16:creationId xmlns:a16="http://schemas.microsoft.com/office/drawing/2014/main" id="{BB7B25CB-74BE-4D5A-17D6-D0109DEB0460}"/>
              </a:ext>
              <a:ext uri="{C183D7F6-B498-43B3-948B-1728B52AA6E4}">
                <adec:decorative xmlns:adec="http://schemas.microsoft.com/office/drawing/2017/decorative" val="0"/>
              </a:ext>
            </a:extLst>
          </p:cNvPr>
          <p:cNvSpPr>
            <a:spLocks noGrp="1"/>
          </p:cNvSpPr>
          <p:nvPr>
            <p:ph type="body" sz="quarter" idx="17" hasCustomPrompt="1"/>
          </p:nvPr>
        </p:nvSpPr>
        <p:spPr>
          <a:xfrm>
            <a:off x="563419" y="810955"/>
            <a:ext cx="3538682"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563418" y="1771428"/>
            <a:ext cx="3538682" cy="3303344"/>
          </a:xfrm>
        </p:spPr>
        <p:txBody>
          <a:bodyPr anchor="b"/>
          <a:lstStyle>
            <a:lvl1pPr algn="l">
              <a:defRPr sz="5400">
                <a:solidFill>
                  <a:schemeClr val="tx1"/>
                </a:solidFill>
              </a:defRPr>
            </a:lvl1pPr>
          </a:lstStyle>
          <a:p>
            <a:r>
              <a:rPr lang="en-US"/>
              <a:t>Click to edit Master title style</a:t>
            </a:r>
          </a:p>
        </p:txBody>
      </p:sp>
      <p:sp>
        <p:nvSpPr>
          <p:cNvPr id="21" name="Subtitle 2">
            <a:extLst>
              <a:ext uri="{FF2B5EF4-FFF2-40B4-BE49-F238E27FC236}">
                <a16:creationId xmlns:a16="http://schemas.microsoft.com/office/drawing/2014/main" id="{835A53F7-8D58-2C59-47EC-36F5C4D66C1D}"/>
              </a:ext>
            </a:extLst>
          </p:cNvPr>
          <p:cNvSpPr>
            <a:spLocks noGrp="1"/>
          </p:cNvSpPr>
          <p:nvPr>
            <p:ph type="subTitle" idx="16"/>
          </p:nvPr>
        </p:nvSpPr>
        <p:spPr>
          <a:xfrm>
            <a:off x="563418" y="5305365"/>
            <a:ext cx="3530599"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Text Placeholder 4">
            <a:extLst>
              <a:ext uri="{FF2B5EF4-FFF2-40B4-BE49-F238E27FC236}">
                <a16:creationId xmlns:a16="http://schemas.microsoft.com/office/drawing/2014/main" id="{4D624161-1603-24F0-E65F-7939967C247B}"/>
              </a:ext>
            </a:extLst>
          </p:cNvPr>
          <p:cNvSpPr>
            <a:spLocks noGrp="1"/>
          </p:cNvSpPr>
          <p:nvPr>
            <p:ph type="body" sz="quarter" idx="13"/>
          </p:nvPr>
        </p:nvSpPr>
        <p:spPr>
          <a:xfrm>
            <a:off x="563419" y="5646272"/>
            <a:ext cx="3530599" cy="640228"/>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1784383723"/>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1752601"/>
            <a:ext cx="8229600" cy="3352799"/>
          </a:xfrm>
        </p:spPr>
        <p:txBody>
          <a:bodyPr anchor="t"/>
          <a:lstStyle>
            <a:lvl1pPr algn="l">
              <a:defRPr sz="5400">
                <a:solidFill>
                  <a:schemeClr val="tx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hasCustomPrompt="1"/>
          </p:nvPr>
        </p:nvSpPr>
        <p:spPr>
          <a:xfrm>
            <a:off x="1511300"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01. Section indicator</a:t>
            </a:r>
          </a:p>
        </p:txBody>
      </p:sp>
      <p:sp>
        <p:nvSpPr>
          <p:cNvPr id="68" name="Text Placeholder 4">
            <a:extLst>
              <a:ext uri="{FF2B5EF4-FFF2-40B4-BE49-F238E27FC236}">
                <a16:creationId xmlns:a16="http://schemas.microsoft.com/office/drawing/2014/main" id="{5F557AF5-01BB-32BE-5F8C-7D8A32ACFF51}"/>
              </a:ext>
            </a:extLst>
          </p:cNvPr>
          <p:cNvSpPr>
            <a:spLocks noGrp="1"/>
          </p:cNvSpPr>
          <p:nvPr>
            <p:ph type="body" sz="quarter" idx="15" hasCustomPrompt="1"/>
          </p:nvPr>
        </p:nvSpPr>
        <p:spPr>
          <a:xfrm>
            <a:off x="3390900"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02. Section indicator</a:t>
            </a:r>
          </a:p>
        </p:txBody>
      </p:sp>
      <p:sp>
        <p:nvSpPr>
          <p:cNvPr id="69" name="Text Placeholder 4">
            <a:extLst>
              <a:ext uri="{FF2B5EF4-FFF2-40B4-BE49-F238E27FC236}">
                <a16:creationId xmlns:a16="http://schemas.microsoft.com/office/drawing/2014/main" id="{EA8DA443-6290-9DB9-04F2-9B1A96CA4F76}"/>
              </a:ext>
            </a:extLst>
          </p:cNvPr>
          <p:cNvSpPr>
            <a:spLocks noGrp="1"/>
          </p:cNvSpPr>
          <p:nvPr>
            <p:ph type="body" sz="quarter" idx="16" hasCustomPrompt="1"/>
          </p:nvPr>
        </p:nvSpPr>
        <p:spPr>
          <a:xfrm>
            <a:off x="5270501"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03. Section indicator</a:t>
            </a:r>
          </a:p>
        </p:txBody>
      </p:sp>
      <p:sp>
        <p:nvSpPr>
          <p:cNvPr id="70" name="Text Placeholder 4">
            <a:extLst>
              <a:ext uri="{FF2B5EF4-FFF2-40B4-BE49-F238E27FC236}">
                <a16:creationId xmlns:a16="http://schemas.microsoft.com/office/drawing/2014/main" id="{00260703-D34F-5A7C-904B-8C2EF0DF100D}"/>
              </a:ext>
            </a:extLst>
          </p:cNvPr>
          <p:cNvSpPr>
            <a:spLocks noGrp="1"/>
          </p:cNvSpPr>
          <p:nvPr>
            <p:ph type="body" sz="quarter" idx="17" hasCustomPrompt="1"/>
          </p:nvPr>
        </p:nvSpPr>
        <p:spPr>
          <a:xfrm>
            <a:off x="7150104" y="5873497"/>
            <a:ext cx="1650996"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04. Section indicator</a:t>
            </a:r>
          </a:p>
        </p:txBody>
      </p:sp>
      <p:sp>
        <p:nvSpPr>
          <p:cNvPr id="71" name="Text Placeholder 4">
            <a:extLst>
              <a:ext uri="{FF2B5EF4-FFF2-40B4-BE49-F238E27FC236}">
                <a16:creationId xmlns:a16="http://schemas.microsoft.com/office/drawing/2014/main" id="{D30A30D2-FDB9-3F99-7B2E-D9B09BD1B4BE}"/>
              </a:ext>
            </a:extLst>
          </p:cNvPr>
          <p:cNvSpPr>
            <a:spLocks noGrp="1"/>
          </p:cNvSpPr>
          <p:nvPr>
            <p:ph type="body" sz="quarter" idx="18" hasCustomPrompt="1"/>
          </p:nvPr>
        </p:nvSpPr>
        <p:spPr>
          <a:xfrm>
            <a:off x="9030832" y="5873497"/>
            <a:ext cx="1649868"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05. Section indicator</a:t>
            </a:r>
          </a:p>
        </p:txBody>
      </p:sp>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3830696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w/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BC4A6-2BC8-FD0B-DA9C-2BDC78F77957}"/>
              </a:ext>
            </a:extLst>
          </p:cNvPr>
          <p:cNvSpPr>
            <a:spLocks noGrp="1"/>
          </p:cNvSpPr>
          <p:nvPr>
            <p:ph type="title"/>
          </p:nvPr>
        </p:nvSpPr>
        <p:spPr>
          <a:xfrm>
            <a:off x="571500" y="571500"/>
            <a:ext cx="3530600" cy="2857500"/>
          </a:xfrm>
        </p:spPr>
        <p:txBody>
          <a:bodyPr/>
          <a:lstStyle>
            <a:lvl1pPr>
              <a:defRPr sz="5400"/>
            </a:lvl1pPr>
          </a:lstStyle>
          <a:p>
            <a:r>
              <a:rPr lang="en-US"/>
              <a:t>Click to edit Master title style</a:t>
            </a:r>
          </a:p>
        </p:txBody>
      </p:sp>
      <p:sp>
        <p:nvSpPr>
          <p:cNvPr id="14" name="Text Placeholder 11">
            <a:extLst>
              <a:ext uri="{FF2B5EF4-FFF2-40B4-BE49-F238E27FC236}">
                <a16:creationId xmlns:a16="http://schemas.microsoft.com/office/drawing/2014/main" id="{86B577CB-5AFB-0B98-8BEA-5872C2FF677E}"/>
              </a:ext>
            </a:extLst>
          </p:cNvPr>
          <p:cNvSpPr>
            <a:spLocks noGrp="1"/>
          </p:cNvSpPr>
          <p:nvPr>
            <p:ph type="body" sz="quarter" idx="20"/>
          </p:nvPr>
        </p:nvSpPr>
        <p:spPr>
          <a:xfrm>
            <a:off x="571501" y="4114800"/>
            <a:ext cx="3530600" cy="9906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7D74199A-1D70-C562-62E1-637EF591F1EA}"/>
              </a:ext>
            </a:extLst>
          </p:cNvPr>
          <p:cNvSpPr>
            <a:spLocks noGrp="1"/>
          </p:cNvSpPr>
          <p:nvPr>
            <p:ph type="body" sz="quarter" idx="13"/>
          </p:nvPr>
        </p:nvSpPr>
        <p:spPr>
          <a:xfrm>
            <a:off x="6210300" y="1752600"/>
            <a:ext cx="5410200" cy="3352800"/>
          </a:xfrm>
        </p:spPr>
        <p:txBody>
          <a:bodyPr/>
          <a:lstStyle>
            <a:lvl1pPr marL="287338" indent="-287338">
              <a:spcBef>
                <a:spcPts val="0"/>
              </a:spcBef>
              <a:buSzPct val="85000"/>
              <a:defRPr sz="2200"/>
            </a:lvl1pPr>
            <a:lvl2pPr marL="514350" indent="-174625">
              <a:defRPr sz="1400"/>
            </a:lvl2pPr>
            <a:lvl3pPr marL="739775" indent="-165100">
              <a:defRPr sz="1200"/>
            </a:lvl3pPr>
            <a:lvl4pPr marL="976313" indent="-174625">
              <a:defRPr sz="1000"/>
            </a:lvl4pPr>
            <a:lvl5pPr marL="1201738" indent="-174625">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DE46F07-9C9C-47CE-B42A-F6A276963F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F2D65486-4CAF-D8E0-DC46-EFC5FB8C97B1}"/>
              </a:ext>
              <a:ext uri="{C183D7F6-B498-43B3-948B-1728B52AA6E4}">
                <adec:decorative xmlns:adec="http://schemas.microsoft.com/office/drawing/2017/decorative" val="1"/>
              </a:ext>
            </a:extLst>
          </p:cNvPr>
          <p:cNvSpPr>
            <a:spLocks noGrp="1"/>
          </p:cNvSpPr>
          <p:nvPr>
            <p:ph type="dt" sz="half" idx="11"/>
          </p:nvPr>
        </p:nvSpPr>
        <p:spPr/>
        <p:txBody>
          <a:bodyPr/>
          <a:lstStyle/>
          <a:p>
            <a:fld id="{A844713A-762C-46FB-AFEA-BF5BC39F2835}" type="datetimeyyyy">
              <a:rPr lang="en-US" smtClean="0"/>
              <a:t>2024</a:t>
            </a:fld>
            <a:endParaRPr lang="en-US"/>
          </a:p>
        </p:txBody>
      </p:sp>
      <p:sp>
        <p:nvSpPr>
          <p:cNvPr id="5" name="Slide Number Placeholder 4">
            <a:extLst>
              <a:ext uri="{FF2B5EF4-FFF2-40B4-BE49-F238E27FC236}">
                <a16:creationId xmlns:a16="http://schemas.microsoft.com/office/drawing/2014/main" id="{DCC32286-3989-F722-CA5F-7B056F277CC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pic>
        <p:nvPicPr>
          <p:cNvPr id="6" name="Picture 9">
            <a:extLst>
              <a:ext uri="{FF2B5EF4-FFF2-40B4-BE49-F238E27FC236}">
                <a16:creationId xmlns:a16="http://schemas.microsoft.com/office/drawing/2014/main" id="{1D8CAAE5-215B-97D0-E026-DB1041BC6C29}"/>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1260385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87A5D98-A155-4A2C-A9E2-FF413A52CD58}"/>
              </a:ext>
            </a:extLst>
          </p:cNvPr>
          <p:cNvSpPr>
            <a:spLocks noGrp="1"/>
          </p:cNvSpPr>
          <p:nvPr>
            <p:ph type="title"/>
          </p:nvPr>
        </p:nvSpPr>
        <p:spPr/>
        <p:txBody>
          <a:bodyPr/>
          <a:lstStyle/>
          <a:p>
            <a:r>
              <a:rPr lang="en-US"/>
              <a:t>Click to edit Master title style</a:t>
            </a:r>
          </a:p>
        </p:txBody>
      </p:sp>
      <p:sp>
        <p:nvSpPr>
          <p:cNvPr id="8" name="Text Placeholder 11">
            <a:extLst>
              <a:ext uri="{FF2B5EF4-FFF2-40B4-BE49-F238E27FC236}">
                <a16:creationId xmlns:a16="http://schemas.microsoft.com/office/drawing/2014/main" id="{52D34A87-0769-3C03-D1EA-BEFE5F31F9BC}"/>
              </a:ext>
            </a:extLst>
          </p:cNvPr>
          <p:cNvSpPr>
            <a:spLocks noGrp="1"/>
          </p:cNvSpPr>
          <p:nvPr>
            <p:ph type="body" sz="quarter" idx="14"/>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5" name="Content Placeholder 4">
            <a:extLst>
              <a:ext uri="{FF2B5EF4-FFF2-40B4-BE49-F238E27FC236}">
                <a16:creationId xmlns:a16="http://schemas.microsoft.com/office/drawing/2014/main" id="{AFA20EAA-86AC-4480-9CAA-88657F3D94ED}"/>
              </a:ext>
            </a:extLst>
          </p:cNvPr>
          <p:cNvSpPr>
            <a:spLocks noGrp="1"/>
          </p:cNvSpPr>
          <p:nvPr>
            <p:ph sz="quarter" idx="13"/>
          </p:nvPr>
        </p:nvSpPr>
        <p:spPr>
          <a:xfrm>
            <a:off x="571499" y="2933700"/>
            <a:ext cx="11048999"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4418CA-82D1-4D77-BF0D-0416BC54B411}"/>
              </a:ext>
              <a:ext uri="{C183D7F6-B498-43B3-948B-1728B52AA6E4}">
                <adec:decorative xmlns:adec="http://schemas.microsoft.com/office/drawing/2017/decorative" val="1"/>
              </a:ext>
            </a:extLst>
          </p:cNvPr>
          <p:cNvSpPr>
            <a:spLocks noGrp="1"/>
          </p:cNvSpPr>
          <p:nvPr>
            <p:ph type="dt" sz="half" idx="10"/>
          </p:nvPr>
        </p:nvSpPr>
        <p:spPr/>
        <p:txBody>
          <a:bodyPr/>
          <a:lstStyle/>
          <a:p>
            <a:fld id="{A95765D1-9DCC-4E17-9905-A51AC45E71E0}" type="datetimeyyyy">
              <a:rPr lang="en-US" smtClean="0"/>
              <a:t>2024</a:t>
            </a:fld>
            <a:endParaRPr lang="en-US"/>
          </a:p>
        </p:txBody>
      </p:sp>
      <p:sp>
        <p:nvSpPr>
          <p:cNvPr id="9" name="Footer Placeholder 8">
            <a:extLst>
              <a:ext uri="{FF2B5EF4-FFF2-40B4-BE49-F238E27FC236}">
                <a16:creationId xmlns:a16="http://schemas.microsoft.com/office/drawing/2014/main" id="{921A5836-40BC-4565-9B91-02610BB2DED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0" name="Slide Number Placeholder 9">
            <a:extLst>
              <a:ext uri="{FF2B5EF4-FFF2-40B4-BE49-F238E27FC236}">
                <a16:creationId xmlns:a16="http://schemas.microsoft.com/office/drawing/2014/main" id="{CBD6848A-A4A5-4326-A71B-8EF2FF7C4F3E}"/>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521272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bg>
      <p:bgPr>
        <a:solidFill>
          <a:schemeClr val="accent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BA6A42-67C9-3DA2-AAE7-C5530FE646E6}"/>
              </a:ext>
              <a:ext uri="{C183D7F6-B498-43B3-948B-1728B52AA6E4}">
                <adec:decorative xmlns:adec="http://schemas.microsoft.com/office/drawing/2017/decorative" val="1"/>
              </a:ext>
            </a:extLst>
          </p:cNvPr>
          <p:cNvSpPr/>
          <p:nvPr userDrawn="1"/>
        </p:nvSpPr>
        <p:spPr>
          <a:xfrm>
            <a:off x="4559300" y="0"/>
            <a:ext cx="76326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 name="Title 1">
            <a:extLst>
              <a:ext uri="{FF2B5EF4-FFF2-40B4-BE49-F238E27FC236}">
                <a16:creationId xmlns:a16="http://schemas.microsoft.com/office/drawing/2014/main" id="{4151AB39-5D36-0881-CBCF-7839008FF240}"/>
              </a:ext>
            </a:extLst>
          </p:cNvPr>
          <p:cNvSpPr>
            <a:spLocks noGrp="1"/>
          </p:cNvSpPr>
          <p:nvPr>
            <p:ph type="title"/>
          </p:nvPr>
        </p:nvSpPr>
        <p:spPr>
          <a:xfrm>
            <a:off x="571500" y="571500"/>
            <a:ext cx="2819400" cy="2857500"/>
          </a:xfrm>
        </p:spPr>
        <p:txBody>
          <a:bodyPr/>
          <a:lstStyle/>
          <a:p>
            <a:r>
              <a:rPr lang="en-US"/>
              <a:t>Click to edit Master title style</a:t>
            </a:r>
          </a:p>
        </p:txBody>
      </p:sp>
      <p:sp>
        <p:nvSpPr>
          <p:cNvPr id="11" name="Text Placeholder 10">
            <a:extLst>
              <a:ext uri="{FF2B5EF4-FFF2-40B4-BE49-F238E27FC236}">
                <a16:creationId xmlns:a16="http://schemas.microsoft.com/office/drawing/2014/main" id="{BD4BE7AC-B8E8-B90D-53BF-AA6DB0C0ECAF}"/>
              </a:ext>
            </a:extLst>
          </p:cNvPr>
          <p:cNvSpPr>
            <a:spLocks noGrp="1"/>
          </p:cNvSpPr>
          <p:nvPr>
            <p:ph type="body" sz="quarter" idx="13"/>
          </p:nvPr>
        </p:nvSpPr>
        <p:spPr>
          <a:xfrm>
            <a:off x="571500" y="4114799"/>
            <a:ext cx="2819400" cy="21717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23F41AAA-F21A-3BB2-9278-FE4B403424CD}"/>
              </a:ext>
            </a:extLst>
          </p:cNvPr>
          <p:cNvSpPr>
            <a:spLocks noGrp="1"/>
          </p:cNvSpPr>
          <p:nvPr>
            <p:ph type="body" sz="quarter" idx="15"/>
          </p:nvPr>
        </p:nvSpPr>
        <p:spPr>
          <a:xfrm>
            <a:off x="5270500" y="571500"/>
            <a:ext cx="5410200" cy="457200"/>
          </a:xfrm>
        </p:spPr>
        <p:txBody>
          <a:bodyPr/>
          <a:lstStyle>
            <a:lvl1pPr marL="0" indent="0">
              <a:lnSpc>
                <a:spcPct val="90000"/>
              </a:lnSpc>
              <a:buNone/>
              <a:defRPr sz="2200">
                <a:solidFill>
                  <a:schemeClr val="bg1"/>
                </a:solidFill>
              </a:defRPr>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8" name="Text Placeholder 17">
            <a:extLst>
              <a:ext uri="{FF2B5EF4-FFF2-40B4-BE49-F238E27FC236}">
                <a16:creationId xmlns:a16="http://schemas.microsoft.com/office/drawing/2014/main" id="{B8D158A6-5206-4DC5-FE96-95B04D8E8AF1}"/>
              </a:ext>
              <a:ext uri="{C183D7F6-B498-43B3-948B-1728B52AA6E4}">
                <adec:decorative xmlns:adec="http://schemas.microsoft.com/office/drawing/2017/decorative" val="1"/>
              </a:ext>
            </a:extLst>
          </p:cNvPr>
          <p:cNvSpPr>
            <a:spLocks noGrp="1"/>
          </p:cNvSpPr>
          <p:nvPr>
            <p:ph type="body" sz="quarter" idx="18"/>
          </p:nvPr>
        </p:nvSpPr>
        <p:spPr>
          <a:xfrm>
            <a:off x="9381262" y="4277504"/>
            <a:ext cx="2810740" cy="2580496"/>
          </a:xfrm>
          <a:custGeom>
            <a:avLst/>
            <a:gdLst>
              <a:gd name="connsiteX0" fmla="*/ 2454858 w 2810740"/>
              <a:gd name="connsiteY0" fmla="*/ 46 h 2580496"/>
              <a:gd name="connsiteX1" fmla="*/ 2724648 w 2810740"/>
              <a:gd name="connsiteY1" fmla="*/ 24068 h 2580496"/>
              <a:gd name="connsiteX2" fmla="*/ 2810740 w 2810740"/>
              <a:gd name="connsiteY2" fmla="*/ 44700 h 2580496"/>
              <a:gd name="connsiteX3" fmla="*/ 2810740 w 2810740"/>
              <a:gd name="connsiteY3" fmla="*/ 664418 h 2580496"/>
              <a:gd name="connsiteX4" fmla="*/ 2770611 w 2810740"/>
              <a:gd name="connsiteY4" fmla="*/ 643239 h 2580496"/>
              <a:gd name="connsiteX5" fmla="*/ 1783822 w 2810740"/>
              <a:gd name="connsiteY5" fmla="*/ 949432 h 2580496"/>
              <a:gd name="connsiteX6" fmla="*/ 700923 w 2810740"/>
              <a:gd name="connsiteY6" fmla="*/ 2580496 h 2580496"/>
              <a:gd name="connsiteX7" fmla="*/ 0 w 2810740"/>
              <a:gd name="connsiteY7" fmla="*/ 2580496 h 2580496"/>
              <a:gd name="connsiteX8" fmla="*/ 1297316 w 2810740"/>
              <a:gd name="connsiteY8" fmla="*/ 626437 h 2580496"/>
              <a:gd name="connsiteX9" fmla="*/ 2454858 w 2810740"/>
              <a:gd name="connsiteY9" fmla="*/ 46 h 258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0740" h="2580496">
                <a:moveTo>
                  <a:pt x="2454858" y="46"/>
                </a:moveTo>
                <a:cubicBezTo>
                  <a:pt x="2544831" y="-679"/>
                  <a:pt x="2635195" y="7240"/>
                  <a:pt x="2724648" y="24068"/>
                </a:cubicBezTo>
                <a:lnTo>
                  <a:pt x="2810740" y="44700"/>
                </a:lnTo>
                <a:lnTo>
                  <a:pt x="2810740" y="664418"/>
                </a:lnTo>
                <a:lnTo>
                  <a:pt x="2770611" y="643239"/>
                </a:lnTo>
                <a:cubicBezTo>
                  <a:pt x="2418095" y="500699"/>
                  <a:pt x="2002334" y="620303"/>
                  <a:pt x="1783822" y="949432"/>
                </a:cubicBezTo>
                <a:lnTo>
                  <a:pt x="700923" y="2580496"/>
                </a:lnTo>
                <a:lnTo>
                  <a:pt x="0" y="2580496"/>
                </a:lnTo>
                <a:lnTo>
                  <a:pt x="1297316" y="626437"/>
                </a:lnTo>
                <a:cubicBezTo>
                  <a:pt x="1564896" y="223429"/>
                  <a:pt x="2004992" y="3675"/>
                  <a:pt x="2454858" y="4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13" name="Text Placeholder 12">
            <a:extLst>
              <a:ext uri="{FF2B5EF4-FFF2-40B4-BE49-F238E27FC236}">
                <a16:creationId xmlns:a16="http://schemas.microsoft.com/office/drawing/2014/main" id="{9CAA9D8F-EBCC-F115-0711-A1D7885B7DBA}"/>
              </a:ext>
            </a:extLst>
          </p:cNvPr>
          <p:cNvSpPr>
            <a:spLocks noGrp="1"/>
          </p:cNvSpPr>
          <p:nvPr>
            <p:ph type="body" sz="quarter" idx="14"/>
          </p:nvPr>
        </p:nvSpPr>
        <p:spPr>
          <a:xfrm>
            <a:off x="5270500" y="1752600"/>
            <a:ext cx="5410200" cy="4533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846C56A-AFFD-5EF5-83B3-C8D68964BE82}"/>
              </a:ext>
              <a:ext uri="{C183D7F6-B498-43B3-948B-1728B52AA6E4}">
                <adec:decorative xmlns:adec="http://schemas.microsoft.com/office/drawing/2017/decorative" val="1"/>
              </a:ext>
            </a:extLst>
          </p:cNvPr>
          <p:cNvSpPr>
            <a:spLocks noGrp="1"/>
          </p:cNvSpPr>
          <p:nvPr>
            <p:ph type="ftr" sz="quarter" idx="10"/>
          </p:nvPr>
        </p:nvSpPr>
        <p:spPr>
          <a:xfrm>
            <a:off x="1645217" y="6503670"/>
            <a:ext cx="2743200" cy="137160"/>
          </a:xfrm>
        </p:spPr>
        <p:txBody>
          <a:bodyPr/>
          <a:lstStyle>
            <a:lvl1pPr>
              <a:defRPr>
                <a:solidFill>
                  <a:schemeClr val="tx1"/>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A52D393A-8980-E579-A0EC-A080720B843B}"/>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1"/>
                </a:solidFill>
              </a:defRPr>
            </a:lvl1pPr>
          </a:lstStyle>
          <a:p>
            <a:fld id="{45FBCCCF-693E-4A1A-BFCB-FADBC04A55F2}" type="datetimeyyyy">
              <a:rPr lang="en-US" smtClean="0"/>
              <a:t>2024</a:t>
            </a:fld>
            <a:endParaRPr lang="en-US"/>
          </a:p>
        </p:txBody>
      </p:sp>
      <p:sp>
        <p:nvSpPr>
          <p:cNvPr id="5" name="Slide Number Placeholder 4">
            <a:extLst>
              <a:ext uri="{FF2B5EF4-FFF2-40B4-BE49-F238E27FC236}">
                <a16:creationId xmlns:a16="http://schemas.microsoft.com/office/drawing/2014/main" id="{8C4ADD89-C976-6DB8-EBFF-971ECFA635A4}"/>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bg2"/>
                </a:solidFill>
              </a:defRPr>
            </a:lvl1pPr>
          </a:lstStyle>
          <a:p>
            <a:fld id="{B2643E34-DC33-45ED-8E33-EC0D5991E9A4}" type="slidenum">
              <a:rPr lang="en-US" smtClean="0"/>
              <a:pPr/>
              <a:t>‹#›</a:t>
            </a:fld>
            <a:endParaRPr lang="en-US"/>
          </a:p>
        </p:txBody>
      </p:sp>
      <p:grpSp>
        <p:nvGrpSpPr>
          <p:cNvPr id="17" name="Group 16">
            <a:extLst>
              <a:ext uri="{FF2B5EF4-FFF2-40B4-BE49-F238E27FC236}">
                <a16:creationId xmlns:a16="http://schemas.microsoft.com/office/drawing/2014/main" id="{CF8A6AE4-B86A-F84A-EE24-1C21E2CDD6FF}"/>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19" name="Rectangle 18">
              <a:extLst>
                <a:ext uri="{FF2B5EF4-FFF2-40B4-BE49-F238E27FC236}">
                  <a16:creationId xmlns:a16="http://schemas.microsoft.com/office/drawing/2014/main" id="{FD0F5319-D798-F401-05E6-B3F72287C76C}"/>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tx1"/>
                  </a:solidFill>
                </a:rPr>
                <a:t>Shape Layout INSTRUCTIONS</a:t>
              </a:r>
            </a:p>
            <a:p>
              <a:pPr marL="174625" indent="-174625">
                <a:spcBef>
                  <a:spcPts val="1200"/>
                </a:spcBef>
                <a:buFont typeface="Avenir Next LT Pro" panose="020B0504020202020204" pitchFamily="34" charset="0"/>
                <a:buChar char="•"/>
              </a:pPr>
              <a:r>
                <a:rPr lang="en-US" sz="1000">
                  <a:solidFill>
                    <a:schemeClr val="tx1"/>
                  </a:solidFill>
                </a:rPr>
                <a:t>The colored shape on this layout is intended </a:t>
              </a:r>
              <a:br>
                <a:rPr lang="en-US" sz="1000">
                  <a:solidFill>
                    <a:schemeClr val="tx1"/>
                  </a:solidFill>
                </a:rPr>
              </a:br>
              <a:r>
                <a:rPr lang="en-US" sz="1000">
                  <a:solidFill>
                    <a:schemeClr val="tx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tx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tx1"/>
                  </a:solidFill>
                </a:rPr>
                <a:t>Change the color by selecting it and </a:t>
              </a:r>
              <a:br>
                <a:rPr lang="en-US" sz="1000">
                  <a:solidFill>
                    <a:schemeClr val="tx1"/>
                  </a:solidFill>
                </a:rPr>
              </a:br>
              <a:r>
                <a:rPr lang="en-US" sz="1000">
                  <a:solidFill>
                    <a:schemeClr val="tx1"/>
                  </a:solidFill>
                </a:rPr>
                <a:t>choosing a new color from the theme row </a:t>
              </a:r>
              <a:br>
                <a:rPr lang="en-US" sz="1000">
                  <a:solidFill>
                    <a:schemeClr val="tx1"/>
                  </a:solidFill>
                </a:rPr>
              </a:br>
              <a:r>
                <a:rPr lang="en-US" sz="1000">
                  <a:solidFill>
                    <a:schemeClr val="tx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tx1"/>
                </a:solidFill>
              </a:endParaRPr>
            </a:p>
            <a:p>
              <a:pPr marL="174625" indent="-174625">
                <a:spcBef>
                  <a:spcPts val="1200"/>
                </a:spcBef>
                <a:buFont typeface="Avenir Next LT Pro" panose="020B0504020202020204" pitchFamily="34" charset="0"/>
                <a:buChar char="•"/>
              </a:pPr>
              <a:endParaRPr lang="en-US" sz="1000">
                <a:solidFill>
                  <a:schemeClr val="tx1"/>
                </a:solidFill>
              </a:endParaRPr>
            </a:p>
            <a:p>
              <a:pPr marL="174625" indent="-174625">
                <a:spcBef>
                  <a:spcPts val="1200"/>
                </a:spcBef>
                <a:buFont typeface="Avenir Next LT Pro" panose="020B0504020202020204" pitchFamily="34" charset="0"/>
                <a:buChar char="•"/>
              </a:pPr>
              <a:endParaRPr lang="en-US" sz="1000">
                <a:solidFill>
                  <a:schemeClr val="tx1"/>
                </a:solidFill>
              </a:endParaRPr>
            </a:p>
            <a:p>
              <a:pPr>
                <a:spcBef>
                  <a:spcPts val="1200"/>
                </a:spcBef>
              </a:pPr>
              <a:endParaRPr lang="en-US" sz="1000">
                <a:solidFill>
                  <a:schemeClr val="tx1"/>
                </a:solidFill>
              </a:endParaRPr>
            </a:p>
            <a:p>
              <a:pPr marL="174625" indent="-174625">
                <a:spcBef>
                  <a:spcPts val="1200"/>
                </a:spcBef>
                <a:buFont typeface="Avenir Next LT Pro" panose="020B0504020202020204" pitchFamily="34" charset="0"/>
                <a:buChar char="•"/>
              </a:pPr>
              <a:r>
                <a:rPr lang="en-US" sz="1000">
                  <a:solidFill>
                    <a:schemeClr val="tx1"/>
                  </a:solidFill>
                </a:rPr>
                <a:t>The background shape should always sit behind the other elements on the slide. </a:t>
              </a:r>
              <a:br>
                <a:rPr lang="en-US" sz="1000">
                  <a:solidFill>
                    <a:schemeClr val="tx1"/>
                  </a:solidFill>
                </a:rPr>
              </a:br>
              <a:r>
                <a:rPr lang="en-US" sz="1000">
                  <a:solidFill>
                    <a:schemeClr val="tx1"/>
                  </a:solidFill>
                </a:rPr>
                <a:t>If an image placeholder exists on the same layout, once you add the image you may have to select it and use Arrange &gt; Send to Back.</a:t>
              </a:r>
            </a:p>
          </p:txBody>
        </p:sp>
        <p:grpSp>
          <p:nvGrpSpPr>
            <p:cNvPr id="20" name="Group 19">
              <a:extLst>
                <a:ext uri="{FF2B5EF4-FFF2-40B4-BE49-F238E27FC236}">
                  <a16:creationId xmlns:a16="http://schemas.microsoft.com/office/drawing/2014/main" id="{5F01D68A-ED21-DE94-8D69-C0F8658AC856}"/>
                </a:ext>
              </a:extLst>
            </p:cNvPr>
            <p:cNvGrpSpPr/>
            <p:nvPr/>
          </p:nvGrpSpPr>
          <p:grpSpPr>
            <a:xfrm>
              <a:off x="13142686" y="1954129"/>
              <a:ext cx="1455058" cy="864391"/>
              <a:chOff x="12700000" y="2008563"/>
              <a:chExt cx="2565400" cy="1524000"/>
            </a:xfrm>
          </p:grpSpPr>
          <p:pic>
            <p:nvPicPr>
              <p:cNvPr id="21" name="Picture 20" descr="A picture containing table&#10;&#10;Description automatically generated">
                <a:extLst>
                  <a:ext uri="{FF2B5EF4-FFF2-40B4-BE49-F238E27FC236}">
                    <a16:creationId xmlns:a16="http://schemas.microsoft.com/office/drawing/2014/main" id="{AA77D5B3-4846-E5B2-CDF7-D26DF6CF49B1}"/>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2" name="Rectangle 21">
                <a:extLst>
                  <a:ext uri="{FF2B5EF4-FFF2-40B4-BE49-F238E27FC236}">
                    <a16:creationId xmlns:a16="http://schemas.microsoft.com/office/drawing/2014/main" id="{4A2AB13A-CDB3-E62C-D816-FE9C016E82EB}"/>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pic>
        <p:nvPicPr>
          <p:cNvPr id="9" name="Picture 9">
            <a:extLst>
              <a:ext uri="{FF2B5EF4-FFF2-40B4-BE49-F238E27FC236}">
                <a16:creationId xmlns:a16="http://schemas.microsoft.com/office/drawing/2014/main" id="{2D8E0F5B-E7F1-0403-7367-36B8F1937D84}"/>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71500" y="6472119"/>
            <a:ext cx="562567" cy="145851"/>
          </a:xfrm>
          <a:prstGeom prst="rect">
            <a:avLst/>
          </a:prstGeom>
        </p:spPr>
      </p:pic>
      <p:sp>
        <p:nvSpPr>
          <p:cNvPr id="10" name="Footer Placeholder 3">
            <a:extLst>
              <a:ext uri="{FF2B5EF4-FFF2-40B4-BE49-F238E27FC236}">
                <a16:creationId xmlns:a16="http://schemas.microsoft.com/office/drawing/2014/main" id="{AE7DEBBC-53DD-BDE3-155C-162C1926A6D1}"/>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3659716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A64D-EC33-80B9-F80A-68A80FC6609E}"/>
              </a:ext>
            </a:extLst>
          </p:cNvPr>
          <p:cNvSpPr>
            <a:spLocks noGrp="1"/>
          </p:cNvSpPr>
          <p:nvPr>
            <p:ph type="title"/>
          </p:nvPr>
        </p:nvSpPr>
        <p:spPr/>
        <p:txBody>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4871E354-1003-F7B6-2E4E-FF83E0B7B3E7}"/>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FB7E0A99-1A28-4D24-A585-99C2E027D9DC}"/>
              </a:ext>
            </a:extLst>
          </p:cNvPr>
          <p:cNvSpPr>
            <a:spLocks noGrp="1"/>
          </p:cNvSpPr>
          <p:nvPr>
            <p:ph sz="half" idx="1"/>
          </p:nvPr>
        </p:nvSpPr>
        <p:spPr>
          <a:xfrm>
            <a:off x="571500" y="2933701"/>
            <a:ext cx="4470400" cy="2956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0E6115-4384-41EE-B6B2-940A4649995F}"/>
              </a:ext>
            </a:extLst>
          </p:cNvPr>
          <p:cNvSpPr>
            <a:spLocks noGrp="1"/>
          </p:cNvSpPr>
          <p:nvPr>
            <p:ph sz="half" idx="2"/>
          </p:nvPr>
        </p:nvSpPr>
        <p:spPr>
          <a:xfrm>
            <a:off x="6210301" y="2933701"/>
            <a:ext cx="4470399" cy="2956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FEA81D9C-1714-41EC-AB5C-54E1320D367A}"/>
              </a:ext>
              <a:ext uri="{C183D7F6-B498-43B3-948B-1728B52AA6E4}">
                <adec:decorative xmlns:adec="http://schemas.microsoft.com/office/drawing/2017/decorative" val="1"/>
              </a:ext>
            </a:extLst>
          </p:cNvPr>
          <p:cNvSpPr>
            <a:spLocks noGrp="1"/>
          </p:cNvSpPr>
          <p:nvPr>
            <p:ph type="dt" sz="half" idx="10"/>
          </p:nvPr>
        </p:nvSpPr>
        <p:spPr/>
        <p:txBody>
          <a:bodyPr/>
          <a:lstStyle/>
          <a:p>
            <a:fld id="{A955F345-CD5E-454A-A42B-3900DCEC4A8E}" type="datetimeyyyy">
              <a:rPr lang="en-US" smtClean="0"/>
              <a:t>2024</a:t>
            </a:fld>
            <a:endParaRPr lang="en-US"/>
          </a:p>
        </p:txBody>
      </p:sp>
      <p:sp>
        <p:nvSpPr>
          <p:cNvPr id="9" name="Footer Placeholder 8">
            <a:extLst>
              <a:ext uri="{FF2B5EF4-FFF2-40B4-BE49-F238E27FC236}">
                <a16:creationId xmlns:a16="http://schemas.microsoft.com/office/drawing/2014/main" id="{138C60D4-B5E0-4E33-9DD7-8166677DEA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1" name="Slide Number Placeholder 10">
            <a:extLst>
              <a:ext uri="{FF2B5EF4-FFF2-40B4-BE49-F238E27FC236}">
                <a16:creationId xmlns:a16="http://schemas.microsoft.com/office/drawing/2014/main" id="{F9FE130B-2CDC-422E-A384-1923087EC34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24248584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5270-F0A7-41DD-AB7A-83D81B515BC4}"/>
              </a:ext>
            </a:extLst>
          </p:cNvPr>
          <p:cNvSpPr>
            <a:spLocks noGrp="1"/>
          </p:cNvSpPr>
          <p:nvPr>
            <p:ph type="title"/>
          </p:nvPr>
        </p:nvSpPr>
        <p:spPr/>
        <p:txBody>
          <a:bodyPr/>
          <a:lstStyle/>
          <a:p>
            <a:r>
              <a:rPr lang="en-US"/>
              <a:t>Click to edit Master title style</a:t>
            </a:r>
          </a:p>
        </p:txBody>
      </p:sp>
      <p:sp>
        <p:nvSpPr>
          <p:cNvPr id="6" name="Text Placeholder 11">
            <a:extLst>
              <a:ext uri="{FF2B5EF4-FFF2-40B4-BE49-F238E27FC236}">
                <a16:creationId xmlns:a16="http://schemas.microsoft.com/office/drawing/2014/main" id="{C8E43266-992D-58F3-73FE-E38797027945}"/>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p>
            <a:fld id="{8549838B-8FB6-4A1D-8FF7-A75B50B468EC}" type="datetimeyyyy">
              <a:rPr lang="en-US" smtClean="0"/>
              <a:t>2024</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920744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Only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p:txBody>
          <a:bodyPr/>
          <a:lstStyle/>
          <a:p>
            <a:r>
              <a:rPr lang="en-US"/>
              <a:t>Click to edit Master title style</a:t>
            </a:r>
          </a:p>
        </p:txBody>
      </p:sp>
      <p:sp>
        <p:nvSpPr>
          <p:cNvPr id="10" name="Text Placeholder 11">
            <a:extLst>
              <a:ext uri="{FF2B5EF4-FFF2-40B4-BE49-F238E27FC236}">
                <a16:creationId xmlns:a16="http://schemas.microsoft.com/office/drawing/2014/main" id="{41876296-E753-8C3F-8271-24B8BC7D6807}"/>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E193F512-0A29-4898-ADD2-68AB1CCB9D38}" type="datetimeyyyy">
              <a:rPr lang="en-US" smtClean="0"/>
              <a:t>2024</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44E6FEBF-F4D5-5A80-8815-323B4D09415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805BD35B-1532-6D8C-1C69-50D653A5A9A1}"/>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59345783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94779F9C-2379-4946-84FF-DBB76193FE00}" type="datetimeyyyy">
              <a:rPr lang="en-US" smtClean="0"/>
              <a:t>2024</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623796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2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11" name="Text Placeholder 11">
            <a:extLst>
              <a:ext uri="{FF2B5EF4-FFF2-40B4-BE49-F238E27FC236}">
                <a16:creationId xmlns:a16="http://schemas.microsoft.com/office/drawing/2014/main" id="{B6F22CC2-F0CD-4BD6-0CCC-0649DDDBC07C}"/>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27079A0E-CCE3-4425-B76E-96DE74F8AAFE}" type="datetimeyyyy">
              <a:rPr lang="en-US" smtClean="0"/>
              <a:t>2024</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BB1E46AE-9929-DF1E-3349-716244BD62E8}"/>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879FECB6-62BE-FB89-8C3B-6CDBAA4FF694}"/>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423800668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ictur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p:nvPr>
        </p:nvSpPr>
        <p:spPr>
          <a:xfrm>
            <a:off x="1524" y="0"/>
            <a:ext cx="12190476" cy="6858000"/>
          </a:xfrm>
        </p:spPr>
        <p:txBody>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Title 4">
            <a:extLst>
              <a:ext uri="{FF2B5EF4-FFF2-40B4-BE49-F238E27FC236}">
                <a16:creationId xmlns:a16="http://schemas.microsoft.com/office/drawing/2014/main" id="{AD5942FC-23BA-B387-C59E-F125CE318EC6}"/>
              </a:ext>
            </a:extLst>
          </p:cNvPr>
          <p:cNvSpPr>
            <a:spLocks noGrp="1"/>
          </p:cNvSpPr>
          <p:nvPr>
            <p:ph type="title"/>
          </p:nvPr>
        </p:nvSpPr>
        <p:spPr>
          <a:xfrm>
            <a:off x="571500" y="571500"/>
            <a:ext cx="3530600" cy="2857500"/>
          </a:xfrm>
        </p:spPr>
        <p:txBody>
          <a:bodyPr/>
          <a:lstStyle>
            <a:lvl1pPr>
              <a:defRPr sz="5400"/>
            </a:lvl1pPr>
          </a:lstStyle>
          <a:p>
            <a:r>
              <a:rPr lang="en-US"/>
              <a:t>Click to edit Master title style</a:t>
            </a:r>
          </a:p>
        </p:txBody>
      </p:sp>
      <p:sp>
        <p:nvSpPr>
          <p:cNvPr id="10" name="Text Placeholder 11">
            <a:extLst>
              <a:ext uri="{FF2B5EF4-FFF2-40B4-BE49-F238E27FC236}">
                <a16:creationId xmlns:a16="http://schemas.microsoft.com/office/drawing/2014/main" id="{5DA49D23-12E6-9B2C-2FA3-23A5E9401889}"/>
              </a:ext>
            </a:extLst>
          </p:cNvPr>
          <p:cNvSpPr>
            <a:spLocks noGrp="1"/>
          </p:cNvSpPr>
          <p:nvPr>
            <p:ph type="body" sz="quarter" idx="20"/>
          </p:nvPr>
        </p:nvSpPr>
        <p:spPr>
          <a:xfrm>
            <a:off x="571501" y="4114800"/>
            <a:ext cx="3530600" cy="13716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DBEB2FE4-B8E6-4397-B43C-A951254865D3}"/>
              </a:ext>
              <a:ext uri="{C183D7F6-B498-43B3-948B-1728B52AA6E4}">
                <adec:decorative xmlns:adec="http://schemas.microsoft.com/office/drawing/2017/decorative" val="1"/>
              </a:ext>
            </a:extLst>
          </p:cNvPr>
          <p:cNvSpPr>
            <a:spLocks noGrp="1"/>
          </p:cNvSpPr>
          <p:nvPr>
            <p:ph type="dt" sz="half" idx="10"/>
          </p:nvPr>
        </p:nvSpPr>
        <p:spPr>
          <a:xfrm>
            <a:off x="1380744" y="6503670"/>
            <a:ext cx="255977" cy="137160"/>
          </a:xfrm>
        </p:spPr>
        <p:txBody>
          <a:bodyPr/>
          <a:lstStyle>
            <a:lvl1pPr>
              <a:defRPr>
                <a:solidFill>
                  <a:schemeClr val="tx2"/>
                </a:solidFill>
              </a:defRPr>
            </a:lvl1pPr>
          </a:lstStyle>
          <a:p>
            <a:fld id="{ACEE45C4-16CC-4860-B21C-588F11E490F7}" type="datetimeyyyy">
              <a:rPr lang="en-US" smtClean="0"/>
              <a:t>2024</a:t>
            </a:fld>
            <a:endParaRPr lang="en-US"/>
          </a:p>
        </p:txBody>
      </p:sp>
      <p:sp>
        <p:nvSpPr>
          <p:cNvPr id="4" name="Footer Placeholder 3">
            <a:extLst>
              <a:ext uri="{FF2B5EF4-FFF2-40B4-BE49-F238E27FC236}">
                <a16:creationId xmlns:a16="http://schemas.microsoft.com/office/drawing/2014/main" id="{93A581C9-28B8-425E-BDF8-FDE4555EF626}"/>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2"/>
                </a:solidFill>
              </a:defRPr>
            </a:lvl1pPr>
          </a:lstStyle>
          <a:p>
            <a:r>
              <a:rPr lang="en-US"/>
              <a:t>Slalom. All Rights Reserved. Proprietary and Confidential.</a:t>
            </a:r>
          </a:p>
        </p:txBody>
      </p:sp>
      <p:sp>
        <p:nvSpPr>
          <p:cNvPr id="8" name="Slide Number Placeholder 7">
            <a:extLst>
              <a:ext uri="{FF2B5EF4-FFF2-40B4-BE49-F238E27FC236}">
                <a16:creationId xmlns:a16="http://schemas.microsoft.com/office/drawing/2014/main" id="{71C5BAEF-23A3-460A-8B57-7064A775252E}"/>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2"/>
                </a:solidFill>
              </a:defRPr>
            </a:lvl1pPr>
          </a:lstStyle>
          <a:p>
            <a:fld id="{B2643E34-DC33-45ED-8E33-EC0D5991E9A4}" type="slidenum">
              <a:rPr lang="en-US" smtClean="0"/>
              <a:pPr/>
              <a:t>‹#›</a:t>
            </a:fld>
            <a:endParaRPr lang="en-US"/>
          </a:p>
        </p:txBody>
      </p:sp>
      <p:sp>
        <p:nvSpPr>
          <p:cNvPr id="6" name="Rectangle 5">
            <a:extLst>
              <a:ext uri="{FF2B5EF4-FFF2-40B4-BE49-F238E27FC236}">
                <a16:creationId xmlns:a16="http://schemas.microsoft.com/office/drawing/2014/main" id="{6AFFC056-C7C7-B718-1172-80D3CD421331}"/>
              </a:ext>
              <a:ext uri="{C183D7F6-B498-43B3-948B-1728B52AA6E4}">
                <adec:decorative xmlns:adec="http://schemas.microsoft.com/office/drawing/2017/decorative" val="1"/>
              </a:ext>
            </a:extLst>
          </p:cNvPr>
          <p:cNvSpPr/>
          <p:nvPr userDrawn="1"/>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5" indent="-174625">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5" indent="-174625">
              <a:spcBef>
                <a:spcPts val="1200"/>
              </a:spcBef>
              <a:buFont typeface="Avenir Next LT Pro" panose="020B0504020202020204" pitchFamily="34" charset="0"/>
              <a:buChar char="•"/>
            </a:pPr>
            <a:r>
              <a:rPr lang="en-US" sz="1000">
                <a:solidFill>
                  <a:schemeClr val="bg1"/>
                </a:solidFill>
              </a:rPr>
              <a:t>The Slalom logo, copyright symbol, date and footer text should be easy to read over your image. If it is hard to see, select the logo and </a:t>
            </a:r>
            <a:br>
              <a:rPr lang="en-US" sz="1000">
                <a:solidFill>
                  <a:schemeClr val="bg1"/>
                </a:solidFill>
              </a:rPr>
            </a:br>
            <a:r>
              <a:rPr lang="en-US" sz="1000">
                <a:solidFill>
                  <a:schemeClr val="bg1"/>
                </a:solidFill>
              </a:rPr>
              <a:t>change the color fill.</a:t>
            </a:r>
          </a:p>
          <a:p>
            <a:pPr marL="174625" indent="-174625">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a:p>
            <a:pPr marL="174625" indent="-174625">
              <a:spcBef>
                <a:spcPts val="1200"/>
              </a:spcBef>
              <a:buFont typeface="Avenir Next LT Pro" panose="020B0504020202020204" pitchFamily="34" charset="0"/>
              <a:buChar char="•"/>
            </a:pPr>
            <a:r>
              <a:rPr lang="en-US" sz="1000">
                <a:solidFill>
                  <a:schemeClr val="bg1"/>
                </a:solidFill>
              </a:rPr>
              <a:t>The copyright symbol, date and footer text should always be either White, Background 1 or Gray, Text 2.</a:t>
            </a:r>
          </a:p>
        </p:txBody>
      </p:sp>
      <p:sp>
        <p:nvSpPr>
          <p:cNvPr id="11" name="Text Placeholder 28">
            <a:extLst>
              <a:ext uri="{FF2B5EF4-FFF2-40B4-BE49-F238E27FC236}">
                <a16:creationId xmlns:a16="http://schemas.microsoft.com/office/drawing/2014/main" id="{02CC2885-3797-8372-6B64-6C12785E4E35}"/>
              </a:ext>
              <a:ext uri="{C183D7F6-B498-43B3-948B-1728B52AA6E4}">
                <adec:decorative xmlns:adec="http://schemas.microsoft.com/office/drawing/2017/decorative" val="1"/>
              </a:ext>
            </a:extLst>
          </p:cNvPr>
          <p:cNvSpPr>
            <a:spLocks noGrp="1" noChangeAspect="1"/>
          </p:cNvSpPr>
          <p:nvPr>
            <p:ph type="body" sz="quarter" idx="21"/>
          </p:nvPr>
        </p:nvSpPr>
        <p:spPr>
          <a:xfrm>
            <a:off x="569541" y="6473952"/>
            <a:ext cx="564315" cy="14630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13" name="Text Placeholder 12">
            <a:extLst>
              <a:ext uri="{FF2B5EF4-FFF2-40B4-BE49-F238E27FC236}">
                <a16:creationId xmlns:a16="http://schemas.microsoft.com/office/drawing/2014/main" id="{73286862-F721-844E-EC7F-D03976B2436C}"/>
              </a:ext>
            </a:extLst>
          </p:cNvPr>
          <p:cNvSpPr>
            <a:spLocks noGrp="1"/>
          </p:cNvSpPr>
          <p:nvPr>
            <p:ph type="body" sz="quarter" idx="22"/>
          </p:nvPr>
        </p:nvSpPr>
        <p:spPr>
          <a:xfrm>
            <a:off x="1298448" y="6539765"/>
            <a:ext cx="79604" cy="78785"/>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00">
                <a:noFill/>
              </a:defRPr>
            </a:lvl1pPr>
            <a:lvl2pPr marL="227012" indent="0">
              <a:buNone/>
              <a:defRPr sz="400"/>
            </a:lvl2pPr>
            <a:lvl3pPr marL="460375" indent="0">
              <a:buNone/>
              <a:defRPr sz="400"/>
            </a:lvl3pPr>
            <a:lvl4pPr marL="625475" indent="0">
              <a:buNone/>
              <a:defRPr sz="400"/>
            </a:lvl4pPr>
            <a:lvl5pPr marL="798513" indent="0">
              <a:buNone/>
              <a:defRPr sz="400"/>
            </a:lvl5pPr>
          </a:lstStyle>
          <a:p>
            <a:pPr lvl="0"/>
            <a:r>
              <a:rPr lang="en-US"/>
              <a:t>Click to edit Master text styles</a:t>
            </a:r>
          </a:p>
        </p:txBody>
      </p:sp>
    </p:spTree>
    <p:extLst>
      <p:ext uri="{BB962C8B-B14F-4D97-AF65-F5344CB8AC3E}">
        <p14:creationId xmlns:p14="http://schemas.microsoft.com/office/powerpoint/2010/main" val="4243953130"/>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08D95D8B-6A22-246D-1C90-0F5156F47D99}"/>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15" name="Rectangle 14">
              <a:extLst>
                <a:ext uri="{FF2B5EF4-FFF2-40B4-BE49-F238E27FC236}">
                  <a16:creationId xmlns:a16="http://schemas.microsoft.com/office/drawing/2014/main" id="{27966B3D-328B-4FFD-39D2-12ADD60E9083}"/>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6" name="Group 15">
              <a:extLst>
                <a:ext uri="{FF2B5EF4-FFF2-40B4-BE49-F238E27FC236}">
                  <a16:creationId xmlns:a16="http://schemas.microsoft.com/office/drawing/2014/main" id="{B3D001FB-E881-6E5E-8ECD-BC92FC792276}"/>
                </a:ext>
              </a:extLst>
            </p:cNvPr>
            <p:cNvGrpSpPr/>
            <p:nvPr/>
          </p:nvGrpSpPr>
          <p:grpSpPr>
            <a:xfrm>
              <a:off x="13142686" y="1954129"/>
              <a:ext cx="1455058" cy="864391"/>
              <a:chOff x="12700000" y="2008563"/>
              <a:chExt cx="2565400" cy="1524000"/>
            </a:xfrm>
          </p:grpSpPr>
          <p:pic>
            <p:nvPicPr>
              <p:cNvPr id="17" name="Picture 16" descr="A picture containing table&#10;&#10;Description automatically generated">
                <a:extLst>
                  <a:ext uri="{FF2B5EF4-FFF2-40B4-BE49-F238E27FC236}">
                    <a16:creationId xmlns:a16="http://schemas.microsoft.com/office/drawing/2014/main" id="{79330FFD-BEC2-26CF-7AE5-B1D470CE3390}"/>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8" name="Rectangle 17">
                <a:extLst>
                  <a:ext uri="{FF2B5EF4-FFF2-40B4-BE49-F238E27FC236}">
                    <a16:creationId xmlns:a16="http://schemas.microsoft.com/office/drawing/2014/main" id="{6F718E8C-1EE3-C288-B000-189A5D7BFCB8}"/>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10" name="Text Placeholder 9">
            <a:extLst>
              <a:ext uri="{FF2B5EF4-FFF2-40B4-BE49-F238E27FC236}">
                <a16:creationId xmlns:a16="http://schemas.microsoft.com/office/drawing/2014/main" id="{CCFB3A36-D926-A156-1D21-30320063F9AE}"/>
              </a:ext>
              <a:ext uri="{C183D7F6-B498-43B3-948B-1728B52AA6E4}">
                <adec:decorative xmlns:adec="http://schemas.microsoft.com/office/drawing/2017/decorative" val="1"/>
              </a:ext>
            </a:extLst>
          </p:cNvPr>
          <p:cNvSpPr>
            <a:spLocks noGrp="1"/>
          </p:cNvSpPr>
          <p:nvPr>
            <p:ph type="body" sz="quarter" idx="17"/>
          </p:nvPr>
        </p:nvSpPr>
        <p:spPr>
          <a:xfrm>
            <a:off x="8539769" y="0"/>
            <a:ext cx="3652233" cy="68580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7285037"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4268CAAE-222C-45DC-BDCB-F913E123D7BC}" type="datetimeyyyy">
              <a:rPr lang="en-US" smtClean="0"/>
              <a:t>2024</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2012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with Icons">
    <p:spTree>
      <p:nvGrpSpPr>
        <p:cNvPr id="1" name=""/>
        <p:cNvGrpSpPr/>
        <p:nvPr/>
      </p:nvGrpSpPr>
      <p:grpSpPr>
        <a:xfrm>
          <a:off x="0" y="0"/>
          <a:ext cx="0" cy="0"/>
          <a:chOff x="0" y="0"/>
          <a:chExt cx="0" cy="0"/>
        </a:xfrm>
      </p:grpSpPr>
      <p:sp>
        <p:nvSpPr>
          <p:cNvPr id="44" name="Text Placeholder 43">
            <a:extLst>
              <a:ext uri="{FF2B5EF4-FFF2-40B4-BE49-F238E27FC236}">
                <a16:creationId xmlns:a16="http://schemas.microsoft.com/office/drawing/2014/main" id="{DE9A50A5-7EAE-1378-5468-24F26723BF26}"/>
              </a:ext>
              <a:ext uri="{C183D7F6-B498-43B3-948B-1728B52AA6E4}">
                <adec:decorative xmlns:adec="http://schemas.microsoft.com/office/drawing/2017/decorative" val="1"/>
              </a:ext>
            </a:extLst>
          </p:cNvPr>
          <p:cNvSpPr>
            <a:spLocks noGrp="1"/>
          </p:cNvSpPr>
          <p:nvPr>
            <p:ph type="body" sz="quarter" idx="17"/>
          </p:nvPr>
        </p:nvSpPr>
        <p:spPr>
          <a:xfrm>
            <a:off x="8539769" y="0"/>
            <a:ext cx="3652233" cy="68580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0"/>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4114800"/>
            <a:ext cx="7285037"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2">
            <a:extLst>
              <a:ext uri="{FF2B5EF4-FFF2-40B4-BE49-F238E27FC236}">
                <a16:creationId xmlns:a16="http://schemas.microsoft.com/office/drawing/2014/main" id="{9669B77A-99FD-2D60-4C94-FE5D13797052}"/>
              </a:ext>
              <a:ext uri="{C183D7F6-B498-43B3-948B-1728B52AA6E4}">
                <adec:decorative xmlns:adec="http://schemas.microsoft.com/office/drawing/2017/decorative" val="1"/>
              </a:ext>
            </a:extLst>
          </p:cNvPr>
          <p:cNvSpPr>
            <a:spLocks noGrp="1"/>
          </p:cNvSpPr>
          <p:nvPr>
            <p:ph type="pic" sz="quarter" idx="19" hasCustomPrompt="1"/>
          </p:nvPr>
        </p:nvSpPr>
        <p:spPr>
          <a:xfrm>
            <a:off x="571499" y="2947760"/>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9995676-25F6-4543-9E5B-989E05823773}" type="datetimeyyyy">
              <a:rPr lang="en-US" smtClean="0"/>
              <a:t>2024</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4" name="Group 13">
            <a:extLst>
              <a:ext uri="{FF2B5EF4-FFF2-40B4-BE49-F238E27FC236}">
                <a16:creationId xmlns:a16="http://schemas.microsoft.com/office/drawing/2014/main" id="{F717C6FD-5FED-ED99-DA53-55B6122F1BCD}"/>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15" name="Rectangle 14">
              <a:extLst>
                <a:ext uri="{FF2B5EF4-FFF2-40B4-BE49-F238E27FC236}">
                  <a16:creationId xmlns:a16="http://schemas.microsoft.com/office/drawing/2014/main" id="{F96E47F9-2EC5-8D89-D36C-3A75667C59BD}"/>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6" name="Group 15">
              <a:extLst>
                <a:ext uri="{FF2B5EF4-FFF2-40B4-BE49-F238E27FC236}">
                  <a16:creationId xmlns:a16="http://schemas.microsoft.com/office/drawing/2014/main" id="{5F2AD3D7-7B35-91F1-D10F-C7205885C658}"/>
                </a:ext>
              </a:extLst>
            </p:cNvPr>
            <p:cNvGrpSpPr/>
            <p:nvPr/>
          </p:nvGrpSpPr>
          <p:grpSpPr>
            <a:xfrm>
              <a:off x="13142686" y="1954129"/>
              <a:ext cx="1455058" cy="864391"/>
              <a:chOff x="12700000" y="2008563"/>
              <a:chExt cx="2565400" cy="1524000"/>
            </a:xfrm>
          </p:grpSpPr>
          <p:pic>
            <p:nvPicPr>
              <p:cNvPr id="17" name="Picture 16" descr="A picture containing table&#10;&#10;Description automatically generated">
                <a:extLst>
                  <a:ext uri="{FF2B5EF4-FFF2-40B4-BE49-F238E27FC236}">
                    <a16:creationId xmlns:a16="http://schemas.microsoft.com/office/drawing/2014/main" id="{3E8EEA45-FBD7-6549-FA23-229CEFAC84B4}"/>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8" name="Rectangle 17">
                <a:extLst>
                  <a:ext uri="{FF2B5EF4-FFF2-40B4-BE49-F238E27FC236}">
                    <a16:creationId xmlns:a16="http://schemas.microsoft.com/office/drawing/2014/main" id="{C0C9976D-7513-47AE-7933-D8A7B656F181}"/>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882249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6495F953-AF61-3220-6737-C1F6862DC298}"/>
              </a:ext>
              <a:ext uri="{C183D7F6-B498-43B3-948B-1728B52AA6E4}">
                <adec:decorative xmlns:adec="http://schemas.microsoft.com/office/drawing/2017/decorative" val="1"/>
              </a:ext>
            </a:extLst>
          </p:cNvPr>
          <p:cNvSpPr>
            <a:spLocks noGrp="1"/>
          </p:cNvSpPr>
          <p:nvPr>
            <p:ph type="body" sz="quarter" idx="18"/>
          </p:nvPr>
        </p:nvSpPr>
        <p:spPr>
          <a:xfrm>
            <a:off x="8089902" y="0"/>
            <a:ext cx="3681791" cy="68580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0457AE57-F2D8-437C-AC9C-E6ECCE2C3002}" type="datetimeyyyy">
              <a:rPr lang="en-US" smtClean="0"/>
              <a:t>2024</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5" name="Group 14">
            <a:extLst>
              <a:ext uri="{FF2B5EF4-FFF2-40B4-BE49-F238E27FC236}">
                <a16:creationId xmlns:a16="http://schemas.microsoft.com/office/drawing/2014/main" id="{0F2669AF-24DE-73C1-9392-8C9FF09BC335}"/>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16" name="Rectangle 15">
              <a:extLst>
                <a:ext uri="{FF2B5EF4-FFF2-40B4-BE49-F238E27FC236}">
                  <a16:creationId xmlns:a16="http://schemas.microsoft.com/office/drawing/2014/main" id="{4B60F39E-81A4-EAC4-949F-6AE8FC585089}"/>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7" name="Group 16">
              <a:extLst>
                <a:ext uri="{FF2B5EF4-FFF2-40B4-BE49-F238E27FC236}">
                  <a16:creationId xmlns:a16="http://schemas.microsoft.com/office/drawing/2014/main" id="{790984F6-727B-ED3C-CA0A-CCCB32B7C03D}"/>
                </a:ext>
              </a:extLst>
            </p:cNvPr>
            <p:cNvGrpSpPr/>
            <p:nvPr/>
          </p:nvGrpSpPr>
          <p:grpSpPr>
            <a:xfrm>
              <a:off x="13142686" y="1954129"/>
              <a:ext cx="1455058" cy="864391"/>
              <a:chOff x="12700000" y="2008563"/>
              <a:chExt cx="2565400" cy="1524000"/>
            </a:xfrm>
          </p:grpSpPr>
          <p:pic>
            <p:nvPicPr>
              <p:cNvPr id="18" name="Picture 17" descr="A picture containing table&#10;&#10;Description automatically generated">
                <a:extLst>
                  <a:ext uri="{FF2B5EF4-FFF2-40B4-BE49-F238E27FC236}">
                    <a16:creationId xmlns:a16="http://schemas.microsoft.com/office/drawing/2014/main" id="{855D2DBF-5C17-B85D-2792-7DBBB310676A}"/>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9" name="Rectangle 18">
                <a:extLst>
                  <a:ext uri="{FF2B5EF4-FFF2-40B4-BE49-F238E27FC236}">
                    <a16:creationId xmlns:a16="http://schemas.microsoft.com/office/drawing/2014/main" id="{991C273C-E3C5-F61E-F52F-661C145F0206}"/>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14975818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Icons">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0C507CE-6937-A24E-0092-2FAE7F2631F0}"/>
              </a:ext>
              <a:ext uri="{C183D7F6-B498-43B3-948B-1728B52AA6E4}">
                <adec:decorative xmlns:adec="http://schemas.microsoft.com/office/drawing/2017/decorative" val="1"/>
              </a:ext>
            </a:extLst>
          </p:cNvPr>
          <p:cNvSpPr>
            <a:spLocks noGrp="1"/>
          </p:cNvSpPr>
          <p:nvPr>
            <p:ph type="body" sz="quarter" idx="18"/>
          </p:nvPr>
        </p:nvSpPr>
        <p:spPr>
          <a:xfrm>
            <a:off x="8089902" y="0"/>
            <a:ext cx="3681791" cy="68580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4114799"/>
            <a:ext cx="3530601"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4114799"/>
            <a:ext cx="3530601"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1E944DCE-BD3F-5994-51CD-692924824449}"/>
              </a:ext>
              <a:ext uri="{C183D7F6-B498-43B3-948B-1728B52AA6E4}">
                <adec:decorative xmlns:adec="http://schemas.microsoft.com/office/drawing/2017/decorative" val="1"/>
              </a:ext>
            </a:extLst>
          </p:cNvPr>
          <p:cNvSpPr>
            <a:spLocks noGrp="1"/>
          </p:cNvSpPr>
          <p:nvPr>
            <p:ph type="pic" sz="quarter" idx="19" hasCustomPrompt="1"/>
          </p:nvPr>
        </p:nvSpPr>
        <p:spPr>
          <a:xfrm>
            <a:off x="571499" y="2947759"/>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15" name="Picture Placeholder 12">
            <a:extLst>
              <a:ext uri="{FF2B5EF4-FFF2-40B4-BE49-F238E27FC236}">
                <a16:creationId xmlns:a16="http://schemas.microsoft.com/office/drawing/2014/main" id="{94E4368B-BFE1-F75C-8C3E-DE2A86940FED}"/>
              </a:ext>
              <a:ext uri="{C183D7F6-B498-43B3-948B-1728B52AA6E4}">
                <adec:decorative xmlns:adec="http://schemas.microsoft.com/office/drawing/2017/decorative" val="1"/>
              </a:ext>
            </a:extLst>
          </p:cNvPr>
          <p:cNvSpPr>
            <a:spLocks noGrp="1"/>
          </p:cNvSpPr>
          <p:nvPr>
            <p:ph type="pic" sz="quarter" idx="20" hasCustomPrompt="1"/>
          </p:nvPr>
        </p:nvSpPr>
        <p:spPr>
          <a:xfrm>
            <a:off x="4330699" y="2947759"/>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1F2051F-B99E-43D1-BA66-EAD627E85373}" type="datetimeyyyy">
              <a:rPr lang="en-US" smtClean="0"/>
              <a:t>2024</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22" name="Group 21">
            <a:extLst>
              <a:ext uri="{FF2B5EF4-FFF2-40B4-BE49-F238E27FC236}">
                <a16:creationId xmlns:a16="http://schemas.microsoft.com/office/drawing/2014/main" id="{3696D35F-F342-16F6-DF65-09B85F5F0DC5}"/>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23" name="Rectangle 22">
              <a:extLst>
                <a:ext uri="{FF2B5EF4-FFF2-40B4-BE49-F238E27FC236}">
                  <a16:creationId xmlns:a16="http://schemas.microsoft.com/office/drawing/2014/main" id="{7AAB15EC-155F-380E-66D4-1D91FBF28DB5}"/>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24" name="Group 23">
              <a:extLst>
                <a:ext uri="{FF2B5EF4-FFF2-40B4-BE49-F238E27FC236}">
                  <a16:creationId xmlns:a16="http://schemas.microsoft.com/office/drawing/2014/main" id="{B9C3F7E0-0442-F9E9-986D-190EB489D8C7}"/>
                </a:ext>
              </a:extLst>
            </p:cNvPr>
            <p:cNvGrpSpPr/>
            <p:nvPr/>
          </p:nvGrpSpPr>
          <p:grpSpPr>
            <a:xfrm>
              <a:off x="13142686" y="1954129"/>
              <a:ext cx="1455058" cy="864391"/>
              <a:chOff x="12700000" y="2008563"/>
              <a:chExt cx="2565400" cy="1524000"/>
            </a:xfrm>
          </p:grpSpPr>
          <p:pic>
            <p:nvPicPr>
              <p:cNvPr id="25" name="Picture 24" descr="A picture containing table&#10;&#10;Description automatically generated">
                <a:extLst>
                  <a:ext uri="{FF2B5EF4-FFF2-40B4-BE49-F238E27FC236}">
                    <a16:creationId xmlns:a16="http://schemas.microsoft.com/office/drawing/2014/main" id="{0340D8CF-99DE-10B1-5714-858E0784A3CC}"/>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6" name="Rectangle 25">
                <a:extLst>
                  <a:ext uri="{FF2B5EF4-FFF2-40B4-BE49-F238E27FC236}">
                    <a16:creationId xmlns:a16="http://schemas.microsoft.com/office/drawing/2014/main" id="{DF5209E7-52FC-3789-6976-CB292E3F0695}"/>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1238206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1/4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0"/>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28">
            <a:extLst>
              <a:ext uri="{FF2B5EF4-FFF2-40B4-BE49-F238E27FC236}">
                <a16:creationId xmlns:a16="http://schemas.microsoft.com/office/drawing/2014/main" id="{49CF629A-7AF3-66CD-0D32-3BE10848832C}"/>
              </a:ext>
              <a:ext uri="{C183D7F6-B498-43B3-948B-1728B52AA6E4}">
                <adec:decorative xmlns:adec="http://schemas.microsoft.com/office/drawing/2017/decorative" val="0"/>
              </a:ext>
            </a:extLst>
          </p:cNvPr>
          <p:cNvSpPr>
            <a:spLocks noGrp="1"/>
          </p:cNvSpPr>
          <p:nvPr>
            <p:ph type="pic" sz="quarter" idx="24"/>
          </p:nvPr>
        </p:nvSpPr>
        <p:spPr>
          <a:xfrm>
            <a:off x="9029700" y="0"/>
            <a:ext cx="3162300" cy="68580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1406CC75-83FE-41F5-AD12-F41B02F537B4}" type="datetimeyyyy">
              <a:rPr lang="en-US" smtClean="0"/>
              <a:t>2024</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2437951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s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571500" y="571501"/>
            <a:ext cx="11049000" cy="45455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571500" y="1158420"/>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4342368"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4342368"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8089900"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8089900"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2">
            <a:extLst>
              <a:ext uri="{FF2B5EF4-FFF2-40B4-BE49-F238E27FC236}">
                <a16:creationId xmlns:a16="http://schemas.microsoft.com/office/drawing/2014/main" id="{38387850-D4C4-CFC2-9884-391073D7ACF7}"/>
              </a:ext>
              <a:ext uri="{C183D7F6-B498-43B3-948B-1728B52AA6E4}">
                <adec:decorative xmlns:adec="http://schemas.microsoft.com/office/drawing/2017/decorative" val="1"/>
              </a:ext>
            </a:extLst>
          </p:cNvPr>
          <p:cNvSpPr>
            <a:spLocks noGrp="1"/>
          </p:cNvSpPr>
          <p:nvPr>
            <p:ph type="pic" sz="quarter" idx="21" hasCustomPrompt="1"/>
          </p:nvPr>
        </p:nvSpPr>
        <p:spPr>
          <a:xfrm>
            <a:off x="571499"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22" name="Picture Placeholder 12">
            <a:extLst>
              <a:ext uri="{FF2B5EF4-FFF2-40B4-BE49-F238E27FC236}">
                <a16:creationId xmlns:a16="http://schemas.microsoft.com/office/drawing/2014/main" id="{775C6465-934F-ACEA-12FC-D1028AC527BD}"/>
              </a:ext>
              <a:ext uri="{C183D7F6-B498-43B3-948B-1728B52AA6E4}">
                <adec:decorative xmlns:adec="http://schemas.microsoft.com/office/drawing/2017/decorative" val="1"/>
              </a:ext>
            </a:extLst>
          </p:cNvPr>
          <p:cNvSpPr>
            <a:spLocks noGrp="1"/>
          </p:cNvSpPr>
          <p:nvPr>
            <p:ph type="pic" sz="quarter" idx="22" hasCustomPrompt="1"/>
          </p:nvPr>
        </p:nvSpPr>
        <p:spPr>
          <a:xfrm>
            <a:off x="4342368"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23" name="Picture Placeholder 12">
            <a:extLst>
              <a:ext uri="{FF2B5EF4-FFF2-40B4-BE49-F238E27FC236}">
                <a16:creationId xmlns:a16="http://schemas.microsoft.com/office/drawing/2014/main" id="{0EDE01F0-DBB5-382D-6E34-A289FEEDBB73}"/>
              </a:ext>
              <a:ext uri="{C183D7F6-B498-43B3-948B-1728B52AA6E4}">
                <adec:decorative xmlns:adec="http://schemas.microsoft.com/office/drawing/2017/decorative" val="1"/>
              </a:ext>
            </a:extLst>
          </p:cNvPr>
          <p:cNvSpPr>
            <a:spLocks noGrp="1"/>
          </p:cNvSpPr>
          <p:nvPr>
            <p:ph type="pic" sz="quarter" idx="23" hasCustomPrompt="1"/>
          </p:nvPr>
        </p:nvSpPr>
        <p:spPr>
          <a:xfrm>
            <a:off x="8089900"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88966114-2432-4825-B9DE-9DD8135F3778}" type="datetimeyyyy">
              <a:rPr lang="en-US" smtClean="0"/>
              <a:t>2024</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9610914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571500" y="571501"/>
            <a:ext cx="11049000" cy="45455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571500" y="1158420"/>
            <a:ext cx="11049000" cy="956604"/>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4342368"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4342368"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8089900"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8089900"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B62A884F-2D3B-4906-A93D-BA8920D5E7AD}" type="datetimeyyyy">
              <a:rPr lang="en-US" smtClean="0"/>
              <a:t>2024</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078657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23" name="Title 6">
            <a:extLst>
              <a:ext uri="{FF2B5EF4-FFF2-40B4-BE49-F238E27FC236}">
                <a16:creationId xmlns:a16="http://schemas.microsoft.com/office/drawing/2014/main" id="{0091A866-C45E-09D3-028F-31000BAE4888}"/>
              </a:ext>
            </a:extLst>
          </p:cNvPr>
          <p:cNvSpPr>
            <a:spLocks noGrp="1"/>
          </p:cNvSpPr>
          <p:nvPr>
            <p:ph type="title"/>
          </p:nvPr>
        </p:nvSpPr>
        <p:spPr>
          <a:xfrm>
            <a:off x="571500" y="571501"/>
            <a:ext cx="11049000" cy="990600"/>
          </a:xfrm>
        </p:spPr>
        <p:txBody>
          <a:bodyPr/>
          <a:lstStyle/>
          <a:p>
            <a:r>
              <a:rPr lang="en-US"/>
              <a:t>Click to edit Master title style</a:t>
            </a:r>
          </a:p>
        </p:txBody>
      </p:sp>
      <p:sp>
        <p:nvSpPr>
          <p:cNvPr id="22" name="Text Placeholder 11">
            <a:extLst>
              <a:ext uri="{FF2B5EF4-FFF2-40B4-BE49-F238E27FC236}">
                <a16:creationId xmlns:a16="http://schemas.microsoft.com/office/drawing/2014/main" id="{069ABE66-0172-A4A5-8CD5-A84CFD199B7D}"/>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342028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342028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622571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622571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0">
            <a:extLst>
              <a:ext uri="{FF2B5EF4-FFF2-40B4-BE49-F238E27FC236}">
                <a16:creationId xmlns:a16="http://schemas.microsoft.com/office/drawing/2014/main" id="{77BA680D-F489-978C-F5CD-6158E522CC5A}"/>
              </a:ext>
            </a:extLst>
          </p:cNvPr>
          <p:cNvSpPr>
            <a:spLocks noGrp="1"/>
          </p:cNvSpPr>
          <p:nvPr>
            <p:ph type="body" sz="quarter" idx="21"/>
          </p:nvPr>
        </p:nvSpPr>
        <p:spPr>
          <a:xfrm>
            <a:off x="903114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21" name="Text Placeholder 32">
            <a:extLst>
              <a:ext uri="{FF2B5EF4-FFF2-40B4-BE49-F238E27FC236}">
                <a16:creationId xmlns:a16="http://schemas.microsoft.com/office/drawing/2014/main" id="{08AD6B44-29E7-20A2-4157-96C73CB757D1}"/>
              </a:ext>
            </a:extLst>
          </p:cNvPr>
          <p:cNvSpPr>
            <a:spLocks noGrp="1"/>
          </p:cNvSpPr>
          <p:nvPr>
            <p:ph type="body" sz="quarter" idx="22"/>
          </p:nvPr>
        </p:nvSpPr>
        <p:spPr>
          <a:xfrm>
            <a:off x="903114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91619182-094A-423A-8918-33FFBFDD20BE}" type="datetimeyyyy">
              <a:rPr lang="en-US" smtClean="0"/>
              <a:t>2024</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0" name="Group 9">
            <a:extLst>
              <a:ext uri="{FF2B5EF4-FFF2-40B4-BE49-F238E27FC236}">
                <a16:creationId xmlns:a16="http://schemas.microsoft.com/office/drawing/2014/main" id="{7A5E00F1-1BA2-0B7A-AEDA-C60C2FA23766}"/>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11" name="Rectangle 10">
              <a:extLst>
                <a:ext uri="{FF2B5EF4-FFF2-40B4-BE49-F238E27FC236}">
                  <a16:creationId xmlns:a16="http://schemas.microsoft.com/office/drawing/2014/main" id="{D5295A78-5192-6791-BD86-87D19E425880}"/>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2" name="Group 11">
              <a:extLst>
                <a:ext uri="{FF2B5EF4-FFF2-40B4-BE49-F238E27FC236}">
                  <a16:creationId xmlns:a16="http://schemas.microsoft.com/office/drawing/2014/main" id="{F8634064-A75C-BD2F-C3CF-0F3AC39BBA97}"/>
                </a:ext>
              </a:extLst>
            </p:cNvPr>
            <p:cNvGrpSpPr/>
            <p:nvPr/>
          </p:nvGrpSpPr>
          <p:grpSpPr>
            <a:xfrm>
              <a:off x="13142686" y="1954129"/>
              <a:ext cx="1455058" cy="864391"/>
              <a:chOff x="12700000" y="2008563"/>
              <a:chExt cx="2565400" cy="1524000"/>
            </a:xfrm>
          </p:grpSpPr>
          <p:pic>
            <p:nvPicPr>
              <p:cNvPr id="13" name="Picture 12" descr="A picture containing table&#10;&#10;Description automatically generated">
                <a:extLst>
                  <a:ext uri="{FF2B5EF4-FFF2-40B4-BE49-F238E27FC236}">
                    <a16:creationId xmlns:a16="http://schemas.microsoft.com/office/drawing/2014/main" id="{ABFF6E99-A120-3D38-ED15-D5DFAB9472D8}"/>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4" name="Rectangle 23">
                <a:extLst>
                  <a:ext uri="{FF2B5EF4-FFF2-40B4-BE49-F238E27FC236}">
                    <a16:creationId xmlns:a16="http://schemas.microsoft.com/office/drawing/2014/main" id="{242A769B-49D0-CDAA-2B02-376604241D8C}"/>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702171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_half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0"/>
            <a:ext cx="4698999" cy="1496014"/>
          </a:xfrm>
        </p:spPr>
        <p:txBody>
          <a:bodyPr/>
          <a:lstStyle>
            <a:lvl1pPr>
              <a:defRPr/>
            </a:lvl1pPr>
          </a:lstStyle>
          <a:p>
            <a:r>
              <a:rPr lang="en-US"/>
              <a:t>Click to edit Master title style</a:t>
            </a:r>
          </a:p>
        </p:txBody>
      </p:sp>
      <p:sp>
        <p:nvSpPr>
          <p:cNvPr id="14" name="Text Placeholder 11">
            <a:extLst>
              <a:ext uri="{FF2B5EF4-FFF2-40B4-BE49-F238E27FC236}">
                <a16:creationId xmlns:a16="http://schemas.microsoft.com/office/drawing/2014/main" id="{3922D895-6DAC-3F6B-92F7-49BE4290E8EC}"/>
              </a:ext>
            </a:extLst>
          </p:cNvPr>
          <p:cNvSpPr>
            <a:spLocks noGrp="1"/>
          </p:cNvSpPr>
          <p:nvPr>
            <p:ph type="body" sz="quarter" idx="20"/>
          </p:nvPr>
        </p:nvSpPr>
        <p:spPr>
          <a:xfrm>
            <a:off x="571500" y="2284684"/>
            <a:ext cx="4698999"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43FDA7E4-F9DC-BAAE-7246-750660152250}"/>
              </a:ext>
            </a:extLst>
          </p:cNvPr>
          <p:cNvSpPr>
            <a:spLocks noGrp="1"/>
          </p:cNvSpPr>
          <p:nvPr>
            <p:ph type="body" sz="quarter" idx="21"/>
          </p:nvPr>
        </p:nvSpPr>
        <p:spPr>
          <a:xfrm>
            <a:off x="571500" y="2933700"/>
            <a:ext cx="4698998"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9362EC05-C04F-9300-5A42-D37C44DB5F08}"/>
              </a:ext>
              <a:ext uri="{C183D7F6-B498-43B3-948B-1728B52AA6E4}">
                <adec:decorative xmlns:adec="http://schemas.microsoft.com/office/drawing/2017/decorative" val="0"/>
              </a:ext>
            </a:extLst>
          </p:cNvPr>
          <p:cNvSpPr>
            <a:spLocks noGrp="1"/>
          </p:cNvSpPr>
          <p:nvPr>
            <p:ph type="pic" sz="quarter" idx="13"/>
          </p:nvPr>
        </p:nvSpPr>
        <p:spPr>
          <a:xfrm>
            <a:off x="6921500" y="2"/>
            <a:ext cx="5270500" cy="6857998"/>
          </a:xfrm>
          <a:custGeom>
            <a:avLst/>
            <a:gdLst>
              <a:gd name="connsiteX0" fmla="*/ 878414 w 5270500"/>
              <a:gd name="connsiteY0" fmla="*/ 0 h 6857998"/>
              <a:gd name="connsiteX1" fmla="*/ 5270500 w 5270500"/>
              <a:gd name="connsiteY1" fmla="*/ 0 h 6857998"/>
              <a:gd name="connsiteX2" fmla="*/ 5270500 w 5270500"/>
              <a:gd name="connsiteY2" fmla="*/ 6857998 h 6857998"/>
              <a:gd name="connsiteX3" fmla="*/ 0 w 5270500"/>
              <a:gd name="connsiteY3" fmla="*/ 6857998 h 6857998"/>
              <a:gd name="connsiteX4" fmla="*/ 0 w 5270500"/>
              <a:gd name="connsiteY4" fmla="*/ 878432 h 6857998"/>
              <a:gd name="connsiteX5" fmla="*/ 701399 w 5270500"/>
              <a:gd name="connsiteY5" fmla="*/ 1784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0500" h="6857998">
                <a:moveTo>
                  <a:pt x="878414" y="0"/>
                </a:moveTo>
                <a:lnTo>
                  <a:pt x="5270500" y="0"/>
                </a:lnTo>
                <a:lnTo>
                  <a:pt x="5270500" y="6857998"/>
                </a:lnTo>
                <a:lnTo>
                  <a:pt x="0" y="6857998"/>
                </a:lnTo>
                <a:lnTo>
                  <a:pt x="0" y="878432"/>
                </a:lnTo>
                <a:cubicBezTo>
                  <a:pt x="0" y="453929"/>
                  <a:pt x="301111" y="99755"/>
                  <a:pt x="701399" y="17845"/>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356616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6C970766-A0DE-4D3D-9297-AE4E4A3F0010}" type="datetimeyyyy">
              <a:rPr lang="en-US" smtClean="0"/>
              <a:t>2024</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0454730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_third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1"/>
            <a:ext cx="6350000" cy="990600"/>
          </a:xfrm>
        </p:spPr>
        <p:txBody>
          <a:bodyPr/>
          <a:lstStyle/>
          <a:p>
            <a:r>
              <a:rPr lang="en-US"/>
              <a:t>Click to edit Master title style</a:t>
            </a:r>
          </a:p>
        </p:txBody>
      </p:sp>
      <p:sp>
        <p:nvSpPr>
          <p:cNvPr id="14" name="Text Placeholder 11">
            <a:extLst>
              <a:ext uri="{FF2B5EF4-FFF2-40B4-BE49-F238E27FC236}">
                <a16:creationId xmlns:a16="http://schemas.microsoft.com/office/drawing/2014/main" id="{C27851C0-8280-23F1-C1F1-61A42B09F85B}"/>
              </a:ext>
            </a:extLst>
          </p:cNvPr>
          <p:cNvSpPr>
            <a:spLocks noGrp="1"/>
          </p:cNvSpPr>
          <p:nvPr>
            <p:ph type="body" sz="quarter" idx="20"/>
          </p:nvPr>
        </p:nvSpPr>
        <p:spPr>
          <a:xfrm>
            <a:off x="571500"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2" name="Subtitle 2">
            <a:extLst>
              <a:ext uri="{FF2B5EF4-FFF2-40B4-BE49-F238E27FC236}">
                <a16:creationId xmlns:a16="http://schemas.microsoft.com/office/drawing/2014/main" id="{16225857-C4D6-9156-FF86-1348FDCB6D11}"/>
              </a:ext>
            </a:extLst>
          </p:cNvPr>
          <p:cNvSpPr>
            <a:spLocks noGrp="1"/>
          </p:cNvSpPr>
          <p:nvPr>
            <p:ph type="subTitle" idx="1" hasCustomPrompt="1"/>
          </p:nvPr>
        </p:nvSpPr>
        <p:spPr>
          <a:xfrm>
            <a:off x="571500" y="2918121"/>
            <a:ext cx="6350000" cy="293709"/>
          </a:xfrm>
        </p:spPr>
        <p:txBody>
          <a:bodyPr anchor="b"/>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571501" y="3429000"/>
            <a:ext cx="6350000"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8089900" y="2"/>
            <a:ext cx="4102099" cy="68579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9" name="Text Placeholder 32">
            <a:extLst>
              <a:ext uri="{FF2B5EF4-FFF2-40B4-BE49-F238E27FC236}">
                <a16:creationId xmlns:a16="http://schemas.microsoft.com/office/drawing/2014/main" id="{6395F50F-03AE-E8C0-39C5-4765FEF8C0E1}"/>
              </a:ext>
              <a:ext uri="{C183D7F6-B498-43B3-948B-1728B52AA6E4}">
                <adec:decorative xmlns:adec="http://schemas.microsoft.com/office/drawing/2017/decorative" val="1"/>
              </a:ext>
            </a:extLst>
          </p:cNvPr>
          <p:cNvSpPr>
            <a:spLocks noGrp="1"/>
          </p:cNvSpPr>
          <p:nvPr>
            <p:ph type="body" sz="quarter" idx="18"/>
          </p:nvPr>
        </p:nvSpPr>
        <p:spPr>
          <a:xfrm>
            <a:off x="8089900" y="4820720"/>
            <a:ext cx="4102100" cy="203728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chemeClr val="accent1">
              <a:alpha val="50000"/>
            </a:schemeClr>
          </a:solidFill>
        </p:spPr>
        <p:txBody>
          <a:bodyPr wrap="square" anchor="b">
            <a:noAutofit/>
          </a:bodyPr>
          <a:lstStyle>
            <a:lvl1pPr marL="0" indent="0" algn="r">
              <a:buNone/>
              <a:defRPr sz="400">
                <a:no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53035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4AB02D3-C7A9-454D-B586-FE573B7831BC}" type="datetimeyyyy">
              <a:rPr lang="en-US" smtClean="0"/>
              <a:t>2024</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6" name="Group 15">
            <a:extLst>
              <a:ext uri="{FF2B5EF4-FFF2-40B4-BE49-F238E27FC236}">
                <a16:creationId xmlns:a16="http://schemas.microsoft.com/office/drawing/2014/main" id="{1276E424-D950-1345-E958-E37C94CFE5CD}"/>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17" name="Rectangle 16">
              <a:extLst>
                <a:ext uri="{FF2B5EF4-FFF2-40B4-BE49-F238E27FC236}">
                  <a16:creationId xmlns:a16="http://schemas.microsoft.com/office/drawing/2014/main" id="{F03DBBD7-308D-CABA-BA0D-D40A4F4A547B}"/>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8" name="Group 17">
              <a:extLst>
                <a:ext uri="{FF2B5EF4-FFF2-40B4-BE49-F238E27FC236}">
                  <a16:creationId xmlns:a16="http://schemas.microsoft.com/office/drawing/2014/main" id="{B80F5964-76F1-B82D-DA67-9653B567A729}"/>
                </a:ext>
              </a:extLst>
            </p:cNvPr>
            <p:cNvGrpSpPr/>
            <p:nvPr/>
          </p:nvGrpSpPr>
          <p:grpSpPr>
            <a:xfrm>
              <a:off x="13142686" y="1954129"/>
              <a:ext cx="1455058" cy="864391"/>
              <a:chOff x="12700000" y="2008563"/>
              <a:chExt cx="2565400" cy="1524000"/>
            </a:xfrm>
          </p:grpSpPr>
          <p:pic>
            <p:nvPicPr>
              <p:cNvPr id="19" name="Picture 18" descr="A picture containing table&#10;&#10;Description automatically generated">
                <a:extLst>
                  <a:ext uri="{FF2B5EF4-FFF2-40B4-BE49-F238E27FC236}">
                    <a16:creationId xmlns:a16="http://schemas.microsoft.com/office/drawing/2014/main" id="{926874D7-5C25-E708-261C-2C26DDF673D0}"/>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0" name="Rectangle 19">
                <a:extLst>
                  <a:ext uri="{FF2B5EF4-FFF2-40B4-BE49-F238E27FC236}">
                    <a16:creationId xmlns:a16="http://schemas.microsoft.com/office/drawing/2014/main" id="{B64CF28C-3A8F-DA0F-B0CA-624F49245C4A}"/>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2290433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_third_righ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ECC70FFE-BF3E-02B9-699B-53E272819994}"/>
              </a:ext>
              <a:ext uri="{C183D7F6-B498-43B3-948B-1728B52AA6E4}">
                <adec:decorative xmlns:adec="http://schemas.microsoft.com/office/drawing/2017/decorative" val="1"/>
              </a:ext>
            </a:extLst>
          </p:cNvPr>
          <p:cNvSpPr>
            <a:spLocks noGrp="1"/>
          </p:cNvSpPr>
          <p:nvPr>
            <p:ph type="body" sz="quarter" idx="21"/>
          </p:nvPr>
        </p:nvSpPr>
        <p:spPr>
          <a:xfrm flipV="1">
            <a:off x="7883196" y="1371600"/>
            <a:ext cx="218279" cy="54864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4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1"/>
            <a:ext cx="6350000" cy="990600"/>
          </a:xfrm>
        </p:spPr>
        <p:txBody>
          <a:bodyPr/>
          <a:lstStyle/>
          <a:p>
            <a:r>
              <a:rPr lang="en-US"/>
              <a:t>Click to edit Master title style</a:t>
            </a:r>
          </a:p>
        </p:txBody>
      </p:sp>
      <p:sp>
        <p:nvSpPr>
          <p:cNvPr id="17" name="Text Placeholder 11">
            <a:extLst>
              <a:ext uri="{FF2B5EF4-FFF2-40B4-BE49-F238E27FC236}">
                <a16:creationId xmlns:a16="http://schemas.microsoft.com/office/drawing/2014/main" id="{EAE323B5-0A5C-89A7-C0D7-30257C0D5146}"/>
              </a:ext>
            </a:extLst>
          </p:cNvPr>
          <p:cNvSpPr>
            <a:spLocks noGrp="1"/>
          </p:cNvSpPr>
          <p:nvPr>
            <p:ph type="body" sz="quarter" idx="20"/>
          </p:nvPr>
        </p:nvSpPr>
        <p:spPr>
          <a:xfrm>
            <a:off x="571500"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4">
            <a:extLst>
              <a:ext uri="{FF2B5EF4-FFF2-40B4-BE49-F238E27FC236}">
                <a16:creationId xmlns:a16="http://schemas.microsoft.com/office/drawing/2014/main" id="{195D5926-FB0E-C7F6-1983-73CB44AB727C}"/>
              </a:ext>
            </a:extLst>
          </p:cNvPr>
          <p:cNvSpPr>
            <a:spLocks noGrp="1"/>
          </p:cNvSpPr>
          <p:nvPr>
            <p:ph type="body" sz="quarter" idx="17"/>
          </p:nvPr>
        </p:nvSpPr>
        <p:spPr>
          <a:xfrm>
            <a:off x="571500"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9" name="Text Placeholder 4">
            <a:extLst>
              <a:ext uri="{FF2B5EF4-FFF2-40B4-BE49-F238E27FC236}">
                <a16:creationId xmlns:a16="http://schemas.microsoft.com/office/drawing/2014/main" id="{81D78CD3-B954-C0DB-3DDF-CD9A9BB6C47B}"/>
              </a:ext>
            </a:extLst>
          </p:cNvPr>
          <p:cNvSpPr>
            <a:spLocks noGrp="1"/>
          </p:cNvSpPr>
          <p:nvPr>
            <p:ph type="body" sz="quarter" idx="14"/>
          </p:nvPr>
        </p:nvSpPr>
        <p:spPr>
          <a:xfrm>
            <a:off x="571500"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5" name="Text Placeholder 4">
            <a:extLst>
              <a:ext uri="{FF2B5EF4-FFF2-40B4-BE49-F238E27FC236}">
                <a16:creationId xmlns:a16="http://schemas.microsoft.com/office/drawing/2014/main" id="{1D1623CA-F223-1E5B-6F17-3723B18F9018}"/>
              </a:ext>
            </a:extLst>
          </p:cNvPr>
          <p:cNvSpPr>
            <a:spLocks noGrp="1"/>
          </p:cNvSpPr>
          <p:nvPr>
            <p:ph type="body" sz="quarter" idx="18"/>
          </p:nvPr>
        </p:nvSpPr>
        <p:spPr>
          <a:xfrm>
            <a:off x="4102099"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0" name="Text Placeholder 4">
            <a:extLst>
              <a:ext uri="{FF2B5EF4-FFF2-40B4-BE49-F238E27FC236}">
                <a16:creationId xmlns:a16="http://schemas.microsoft.com/office/drawing/2014/main" id="{4FD2E3CA-F145-A813-AECE-20ED6EF76227}"/>
              </a:ext>
            </a:extLst>
          </p:cNvPr>
          <p:cNvSpPr>
            <a:spLocks noGrp="1"/>
          </p:cNvSpPr>
          <p:nvPr>
            <p:ph type="body" sz="quarter" idx="15"/>
          </p:nvPr>
        </p:nvSpPr>
        <p:spPr>
          <a:xfrm>
            <a:off x="4102099"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8089900" y="2"/>
            <a:ext cx="4102099" cy="68579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53035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81796AC-88DE-4A9D-94D8-870B53E7B69C}" type="datetimeyyyy">
              <a:rPr lang="en-US" smtClean="0"/>
              <a:t>2024</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8" name="Group 17">
            <a:extLst>
              <a:ext uri="{FF2B5EF4-FFF2-40B4-BE49-F238E27FC236}">
                <a16:creationId xmlns:a16="http://schemas.microsoft.com/office/drawing/2014/main" id="{237BC079-CFAF-03A3-6678-74509AF34027}"/>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19" name="Rectangle 18">
              <a:extLst>
                <a:ext uri="{FF2B5EF4-FFF2-40B4-BE49-F238E27FC236}">
                  <a16:creationId xmlns:a16="http://schemas.microsoft.com/office/drawing/2014/main" id="{9C6AF2E6-9EBE-8E8D-78B3-25B1679FF3A5}"/>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20" name="Group 19">
              <a:extLst>
                <a:ext uri="{FF2B5EF4-FFF2-40B4-BE49-F238E27FC236}">
                  <a16:creationId xmlns:a16="http://schemas.microsoft.com/office/drawing/2014/main" id="{A494A7EA-DEA8-BDC1-C505-5AA5A866E4B6}"/>
                </a:ext>
              </a:extLst>
            </p:cNvPr>
            <p:cNvGrpSpPr/>
            <p:nvPr/>
          </p:nvGrpSpPr>
          <p:grpSpPr>
            <a:xfrm>
              <a:off x="13142686" y="1954129"/>
              <a:ext cx="1455058" cy="864391"/>
              <a:chOff x="12700000" y="2008563"/>
              <a:chExt cx="2565400" cy="1524000"/>
            </a:xfrm>
          </p:grpSpPr>
          <p:pic>
            <p:nvPicPr>
              <p:cNvPr id="21" name="Picture 20" descr="A picture containing table&#10;&#10;Description automatically generated">
                <a:extLst>
                  <a:ext uri="{FF2B5EF4-FFF2-40B4-BE49-F238E27FC236}">
                    <a16:creationId xmlns:a16="http://schemas.microsoft.com/office/drawing/2014/main" id="{6FCCCD9B-4234-D4F3-CC4E-2E1D2796CC43}"/>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2" name="Rectangle 21">
                <a:extLst>
                  <a:ext uri="{FF2B5EF4-FFF2-40B4-BE49-F238E27FC236}">
                    <a16:creationId xmlns:a16="http://schemas.microsoft.com/office/drawing/2014/main" id="{1F992B66-6EE7-9A0E-CBE2-0446EF725143}"/>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295306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hoto_third_left">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11" name="Text Placeholder 32">
            <a:extLst>
              <a:ext uri="{FF2B5EF4-FFF2-40B4-BE49-F238E27FC236}">
                <a16:creationId xmlns:a16="http://schemas.microsoft.com/office/drawing/2014/main" id="{AB7D0DB1-254B-5D9D-D5C0-6D4E1D686204}"/>
              </a:ext>
              <a:ext uri="{C183D7F6-B498-43B3-948B-1728B52AA6E4}">
                <adec:decorative xmlns:adec="http://schemas.microsoft.com/office/drawing/2017/decorative" val="1"/>
              </a:ext>
            </a:extLst>
          </p:cNvPr>
          <p:cNvSpPr>
            <a:spLocks noGrp="1"/>
          </p:cNvSpPr>
          <p:nvPr>
            <p:ph type="body" sz="quarter" idx="18"/>
          </p:nvPr>
        </p:nvSpPr>
        <p:spPr>
          <a:xfrm flipH="1">
            <a:off x="0" y="4820720"/>
            <a:ext cx="4102100" cy="203728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chemeClr val="accent1">
              <a:alpha val="50000"/>
            </a:schemeClr>
          </a:solidFill>
        </p:spPr>
        <p:txBody>
          <a:bodyPr wrap="square" anchor="b">
            <a:noAutofit/>
          </a:bodyPr>
          <a:lstStyle>
            <a:lvl1pPr marL="0" indent="0" algn="r">
              <a:buNone/>
              <a:defRPr sz="4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270499" y="571501"/>
            <a:ext cx="6350000" cy="99060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4CB9A307-4C15-CC3B-D099-CDF4FB8FE8B4}"/>
              </a:ext>
            </a:extLst>
          </p:cNvPr>
          <p:cNvSpPr>
            <a:spLocks noGrp="1"/>
          </p:cNvSpPr>
          <p:nvPr>
            <p:ph type="body" sz="quarter" idx="20"/>
          </p:nvPr>
        </p:nvSpPr>
        <p:spPr>
          <a:xfrm>
            <a:off x="5270499"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6" name="Subtitle 2">
            <a:extLst>
              <a:ext uri="{FF2B5EF4-FFF2-40B4-BE49-F238E27FC236}">
                <a16:creationId xmlns:a16="http://schemas.microsoft.com/office/drawing/2014/main" id="{DFE5D373-AD47-DABF-439C-D2AAFBBB14F0}"/>
              </a:ext>
            </a:extLst>
          </p:cNvPr>
          <p:cNvSpPr>
            <a:spLocks noGrp="1"/>
          </p:cNvSpPr>
          <p:nvPr>
            <p:ph type="subTitle" idx="1"/>
          </p:nvPr>
        </p:nvSpPr>
        <p:spPr>
          <a:xfrm>
            <a:off x="5270499" y="2933700"/>
            <a:ext cx="6350000" cy="278130"/>
          </a:xfrm>
        </p:spPr>
        <p:txBody>
          <a:bodyPr anchor="b"/>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5" name="Text Placeholder 4">
            <a:extLst>
              <a:ext uri="{FF2B5EF4-FFF2-40B4-BE49-F238E27FC236}">
                <a16:creationId xmlns:a16="http://schemas.microsoft.com/office/drawing/2014/main" id="{0C4347A8-EF40-BE1A-C026-0D94EDDEA20D}"/>
              </a:ext>
            </a:extLst>
          </p:cNvPr>
          <p:cNvSpPr>
            <a:spLocks noGrp="1"/>
          </p:cNvSpPr>
          <p:nvPr>
            <p:ph type="body" sz="quarter" idx="14"/>
          </p:nvPr>
        </p:nvSpPr>
        <p:spPr>
          <a:xfrm>
            <a:off x="5270499" y="3429000"/>
            <a:ext cx="6350000"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0"/>
            <a:ext cx="43891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0" y="6503670"/>
            <a:ext cx="255977" cy="137160"/>
          </a:xfrm>
        </p:spPr>
        <p:txBody>
          <a:bodyPr/>
          <a:lstStyle/>
          <a:p>
            <a:fld id="{1BB77172-0749-4E0E-9B6A-F413C259FECA}" type="datetimeyyyy">
              <a:rPr lang="en-US" smtClean="0"/>
              <a:t>2024</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4"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grpSp>
        <p:nvGrpSpPr>
          <p:cNvPr id="12" name="Group 11">
            <a:extLst>
              <a:ext uri="{FF2B5EF4-FFF2-40B4-BE49-F238E27FC236}">
                <a16:creationId xmlns:a16="http://schemas.microsoft.com/office/drawing/2014/main" id="{07EC8049-96BD-2928-7952-69F5B8023D81}"/>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14" name="Rectangle 13">
              <a:extLst>
                <a:ext uri="{FF2B5EF4-FFF2-40B4-BE49-F238E27FC236}">
                  <a16:creationId xmlns:a16="http://schemas.microsoft.com/office/drawing/2014/main" id="{D3319013-4D20-90E8-5626-7C794C50480A}"/>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5" name="Group 14">
              <a:extLst>
                <a:ext uri="{FF2B5EF4-FFF2-40B4-BE49-F238E27FC236}">
                  <a16:creationId xmlns:a16="http://schemas.microsoft.com/office/drawing/2014/main" id="{931FEDB0-F00E-198A-EE00-CB845027EB66}"/>
                </a:ext>
              </a:extLst>
            </p:cNvPr>
            <p:cNvGrpSpPr/>
            <p:nvPr/>
          </p:nvGrpSpPr>
          <p:grpSpPr>
            <a:xfrm>
              <a:off x="13142686" y="1954129"/>
              <a:ext cx="1455058" cy="864391"/>
              <a:chOff x="12700000" y="2008563"/>
              <a:chExt cx="2565400" cy="1524000"/>
            </a:xfrm>
          </p:grpSpPr>
          <p:pic>
            <p:nvPicPr>
              <p:cNvPr id="16" name="Picture 15" descr="A picture containing table&#10;&#10;Description automatically generated">
                <a:extLst>
                  <a:ext uri="{FF2B5EF4-FFF2-40B4-BE49-F238E27FC236}">
                    <a16:creationId xmlns:a16="http://schemas.microsoft.com/office/drawing/2014/main" id="{1273B354-FC32-7594-2CD3-609E2AD546FB}"/>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7" name="Rectangle 16">
                <a:extLst>
                  <a:ext uri="{FF2B5EF4-FFF2-40B4-BE49-F238E27FC236}">
                    <a16:creationId xmlns:a16="http://schemas.microsoft.com/office/drawing/2014/main" id="{5D14FA8A-EEA0-13F5-139B-071088605342}"/>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pic>
        <p:nvPicPr>
          <p:cNvPr id="6" name="Picture 9">
            <a:extLst>
              <a:ext uri="{FF2B5EF4-FFF2-40B4-BE49-F238E27FC236}">
                <a16:creationId xmlns:a16="http://schemas.microsoft.com/office/drawing/2014/main" id="{3F372DAC-5C00-6EBC-F47E-16BDB956F2E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266944" y="6472119"/>
            <a:ext cx="562567" cy="145851"/>
          </a:xfrm>
          <a:prstGeom prst="rect">
            <a:avLst/>
          </a:prstGeom>
        </p:spPr>
      </p:pic>
    </p:spTree>
    <p:extLst>
      <p:ext uri="{BB962C8B-B14F-4D97-AF65-F5344CB8AC3E}">
        <p14:creationId xmlns:p14="http://schemas.microsoft.com/office/powerpoint/2010/main" val="16728639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photo_third_lef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95E3C691-3C6F-16D9-CD11-E29E483EF7E6}"/>
              </a:ext>
              <a:ext uri="{C183D7F6-B498-43B3-948B-1728B52AA6E4}">
                <adec:decorative xmlns:adec="http://schemas.microsoft.com/office/drawing/2017/decorative" val="1"/>
              </a:ext>
            </a:extLst>
          </p:cNvPr>
          <p:cNvSpPr>
            <a:spLocks noGrp="1"/>
          </p:cNvSpPr>
          <p:nvPr>
            <p:ph type="body" sz="quarter" idx="21"/>
          </p:nvPr>
        </p:nvSpPr>
        <p:spPr>
          <a:xfrm flipH="1" flipV="1">
            <a:off x="4104352" y="1371600"/>
            <a:ext cx="218279" cy="54864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400">
                <a:noFill/>
              </a:defRPr>
            </a:lvl1pPr>
          </a:lstStyle>
          <a:p>
            <a:pPr lvl="0"/>
            <a:r>
              <a:rPr lang="en-US"/>
              <a:t>Click to edit Master text styles</a:t>
            </a:r>
          </a:p>
        </p:txBody>
      </p:sp>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270499" y="571501"/>
            <a:ext cx="6350000" cy="990600"/>
          </a:xfrm>
        </p:spPr>
        <p:txBody>
          <a:bodyPr/>
          <a:lstStyle/>
          <a:p>
            <a:r>
              <a:rPr lang="en-US"/>
              <a:t>Click to edit Master title style</a:t>
            </a:r>
          </a:p>
        </p:txBody>
      </p:sp>
      <p:sp>
        <p:nvSpPr>
          <p:cNvPr id="18" name="Text Placeholder 11">
            <a:extLst>
              <a:ext uri="{FF2B5EF4-FFF2-40B4-BE49-F238E27FC236}">
                <a16:creationId xmlns:a16="http://schemas.microsoft.com/office/drawing/2014/main" id="{885CA1CD-9BBA-9285-E1BD-B5AB570B458E}"/>
              </a:ext>
            </a:extLst>
          </p:cNvPr>
          <p:cNvSpPr>
            <a:spLocks noGrp="1"/>
          </p:cNvSpPr>
          <p:nvPr>
            <p:ph type="body" sz="quarter" idx="20"/>
          </p:nvPr>
        </p:nvSpPr>
        <p:spPr>
          <a:xfrm>
            <a:off x="5270499"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3" name="Text Placeholder 4">
            <a:extLst>
              <a:ext uri="{FF2B5EF4-FFF2-40B4-BE49-F238E27FC236}">
                <a16:creationId xmlns:a16="http://schemas.microsoft.com/office/drawing/2014/main" id="{A9B2EE4D-8894-FFF6-81F9-09770B6A942B}"/>
              </a:ext>
            </a:extLst>
          </p:cNvPr>
          <p:cNvSpPr>
            <a:spLocks noGrp="1"/>
          </p:cNvSpPr>
          <p:nvPr>
            <p:ph type="body" sz="quarter" idx="17"/>
          </p:nvPr>
        </p:nvSpPr>
        <p:spPr>
          <a:xfrm>
            <a:off x="5270499"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5270499"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24" name="Text Placeholder 4">
            <a:extLst>
              <a:ext uri="{FF2B5EF4-FFF2-40B4-BE49-F238E27FC236}">
                <a16:creationId xmlns:a16="http://schemas.microsoft.com/office/drawing/2014/main" id="{65493958-D063-A5AB-FF6D-6B0870D48633}"/>
              </a:ext>
            </a:extLst>
          </p:cNvPr>
          <p:cNvSpPr>
            <a:spLocks noGrp="1"/>
          </p:cNvSpPr>
          <p:nvPr>
            <p:ph type="body" sz="quarter" idx="18"/>
          </p:nvPr>
        </p:nvSpPr>
        <p:spPr>
          <a:xfrm>
            <a:off x="8801098"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7" name="Text Placeholder 4">
            <a:extLst>
              <a:ext uri="{FF2B5EF4-FFF2-40B4-BE49-F238E27FC236}">
                <a16:creationId xmlns:a16="http://schemas.microsoft.com/office/drawing/2014/main" id="{3C7D1E9E-C87F-6281-20CA-A6F4971CF76C}"/>
              </a:ext>
            </a:extLst>
          </p:cNvPr>
          <p:cNvSpPr>
            <a:spLocks noGrp="1"/>
          </p:cNvSpPr>
          <p:nvPr>
            <p:ph type="body" sz="quarter" idx="15"/>
          </p:nvPr>
        </p:nvSpPr>
        <p:spPr>
          <a:xfrm>
            <a:off x="8801098" y="3395132"/>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0"/>
            <a:ext cx="43891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0" y="6503670"/>
            <a:ext cx="255977" cy="137160"/>
          </a:xfrm>
        </p:spPr>
        <p:txBody>
          <a:bodyPr/>
          <a:lstStyle/>
          <a:p>
            <a:fld id="{9D9A883A-4ED7-43C0-B9DF-CCC4B6277E4B}" type="datetimeyyyy">
              <a:rPr lang="en-US" smtClean="0"/>
              <a:t>2024</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4"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grpSp>
        <p:nvGrpSpPr>
          <p:cNvPr id="11" name="Group 10">
            <a:extLst>
              <a:ext uri="{FF2B5EF4-FFF2-40B4-BE49-F238E27FC236}">
                <a16:creationId xmlns:a16="http://schemas.microsoft.com/office/drawing/2014/main" id="{58024BF0-5B26-0AA8-5DF3-5431C5DEF28F}"/>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12" name="Rectangle 11">
              <a:extLst>
                <a:ext uri="{FF2B5EF4-FFF2-40B4-BE49-F238E27FC236}">
                  <a16:creationId xmlns:a16="http://schemas.microsoft.com/office/drawing/2014/main" id="{FB937818-522B-5301-D432-1FD7351ABCCB}"/>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4" name="Group 13">
              <a:extLst>
                <a:ext uri="{FF2B5EF4-FFF2-40B4-BE49-F238E27FC236}">
                  <a16:creationId xmlns:a16="http://schemas.microsoft.com/office/drawing/2014/main" id="{C1BD14CD-7CDC-F13F-7F81-4A28A8D674B7}"/>
                </a:ext>
              </a:extLst>
            </p:cNvPr>
            <p:cNvGrpSpPr/>
            <p:nvPr/>
          </p:nvGrpSpPr>
          <p:grpSpPr>
            <a:xfrm>
              <a:off x="13142686" y="1954129"/>
              <a:ext cx="1455058" cy="864391"/>
              <a:chOff x="12700000" y="2008563"/>
              <a:chExt cx="2565400" cy="1524000"/>
            </a:xfrm>
          </p:grpSpPr>
          <p:pic>
            <p:nvPicPr>
              <p:cNvPr id="15" name="Picture 14" descr="A picture containing table&#10;&#10;Description automatically generated">
                <a:extLst>
                  <a:ext uri="{FF2B5EF4-FFF2-40B4-BE49-F238E27FC236}">
                    <a16:creationId xmlns:a16="http://schemas.microsoft.com/office/drawing/2014/main" id="{F37440C1-D2E3-FDEF-F515-F50AEF124804}"/>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22" name="Rectangle 21">
                <a:extLst>
                  <a:ext uri="{FF2B5EF4-FFF2-40B4-BE49-F238E27FC236}">
                    <a16:creationId xmlns:a16="http://schemas.microsoft.com/office/drawing/2014/main" id="{6BFF5561-AAF6-6C7A-C147-090BC5B868E9}"/>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pic>
        <p:nvPicPr>
          <p:cNvPr id="6" name="Picture 9">
            <a:extLst>
              <a:ext uri="{FF2B5EF4-FFF2-40B4-BE49-F238E27FC236}">
                <a16:creationId xmlns:a16="http://schemas.microsoft.com/office/drawing/2014/main" id="{D9F79E96-81B1-64A5-5C19-08FD0D4330EA}"/>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266944" y="6472119"/>
            <a:ext cx="562567" cy="145851"/>
          </a:xfrm>
          <a:prstGeom prst="rect">
            <a:avLst/>
          </a:prstGeom>
        </p:spPr>
      </p:pic>
    </p:spTree>
    <p:extLst>
      <p:ext uri="{BB962C8B-B14F-4D97-AF65-F5344CB8AC3E}">
        <p14:creationId xmlns:p14="http://schemas.microsoft.com/office/powerpoint/2010/main" val="52610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ient Log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DDC99-F1D8-5639-4F64-74567F887E69}"/>
              </a:ext>
            </a:extLst>
          </p:cNvPr>
          <p:cNvSpPr>
            <a:spLocks noGrp="1"/>
          </p:cNvSpPr>
          <p:nvPr>
            <p:ph type="title"/>
          </p:nvPr>
        </p:nvSpPr>
        <p:spPr>
          <a:xfrm>
            <a:off x="571500" y="571500"/>
            <a:ext cx="3530600" cy="3352800"/>
          </a:xfrm>
        </p:spPr>
        <p:txBody>
          <a:bodyPr/>
          <a:lstStyle/>
          <a:p>
            <a:r>
              <a:rPr lang="en-US"/>
              <a:t>Click to edit Master title style</a:t>
            </a:r>
          </a:p>
        </p:txBody>
      </p:sp>
      <p:sp>
        <p:nvSpPr>
          <p:cNvPr id="8" name="Text Placeholder 7">
            <a:extLst>
              <a:ext uri="{FF2B5EF4-FFF2-40B4-BE49-F238E27FC236}">
                <a16:creationId xmlns:a16="http://schemas.microsoft.com/office/drawing/2014/main" id="{0A764630-7F5E-DBF9-276D-57EE727943FC}"/>
              </a:ext>
            </a:extLst>
          </p:cNvPr>
          <p:cNvSpPr>
            <a:spLocks noGrp="1"/>
          </p:cNvSpPr>
          <p:nvPr>
            <p:ph type="body" sz="quarter" idx="13"/>
          </p:nvPr>
        </p:nvSpPr>
        <p:spPr>
          <a:xfrm>
            <a:off x="571500" y="4114800"/>
            <a:ext cx="3530600" cy="1371600"/>
          </a:xfrm>
        </p:spPr>
        <p:txBody>
          <a:bodyPr/>
          <a:lstStyle>
            <a:lvl1pPr marL="0" indent="0">
              <a:lnSpc>
                <a:spcPct val="90000"/>
              </a:lnSpc>
              <a:buNone/>
              <a:defRPr sz="2200" b="0"/>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25" name="Picture Placeholder 24">
            <a:extLst>
              <a:ext uri="{FF2B5EF4-FFF2-40B4-BE49-F238E27FC236}">
                <a16:creationId xmlns:a16="http://schemas.microsoft.com/office/drawing/2014/main" id="{D5173095-388F-9E87-760D-6E1513F2D5A4}"/>
              </a:ext>
              <a:ext uri="{C183D7F6-B498-43B3-948B-1728B52AA6E4}">
                <adec:decorative xmlns:adec="http://schemas.microsoft.com/office/drawing/2017/decorative" val="0"/>
              </a:ext>
            </a:extLst>
          </p:cNvPr>
          <p:cNvSpPr>
            <a:spLocks noGrp="1"/>
          </p:cNvSpPr>
          <p:nvPr>
            <p:ph type="pic" sz="quarter" idx="14"/>
          </p:nvPr>
        </p:nvSpPr>
        <p:spPr>
          <a:xfrm>
            <a:off x="5276850" y="571500"/>
            <a:ext cx="1644650" cy="548640"/>
          </a:xfrm>
        </p:spPr>
        <p:txBody>
          <a:bodyPr/>
          <a:lstStyle>
            <a:lvl1pPr marL="0" indent="0">
              <a:buNone/>
              <a:defRPr sz="1000"/>
            </a:lvl1pPr>
          </a:lstStyle>
          <a:p>
            <a:r>
              <a:rPr lang="en-US"/>
              <a:t>Click icon to add picture</a:t>
            </a:r>
          </a:p>
        </p:txBody>
      </p:sp>
      <p:sp>
        <p:nvSpPr>
          <p:cNvPr id="26" name="Picture Placeholder 24">
            <a:extLst>
              <a:ext uri="{FF2B5EF4-FFF2-40B4-BE49-F238E27FC236}">
                <a16:creationId xmlns:a16="http://schemas.microsoft.com/office/drawing/2014/main" id="{52EFFE21-F8F5-392E-7641-CB8AE1CB4480}"/>
              </a:ext>
              <a:ext uri="{C183D7F6-B498-43B3-948B-1728B52AA6E4}">
                <adec:decorative xmlns:adec="http://schemas.microsoft.com/office/drawing/2017/decorative" val="0"/>
              </a:ext>
            </a:extLst>
          </p:cNvPr>
          <p:cNvSpPr>
            <a:spLocks noGrp="1"/>
          </p:cNvSpPr>
          <p:nvPr>
            <p:ph type="pic" sz="quarter" idx="15"/>
          </p:nvPr>
        </p:nvSpPr>
        <p:spPr>
          <a:xfrm>
            <a:off x="7623602" y="571500"/>
            <a:ext cx="1644650" cy="548640"/>
          </a:xfrm>
        </p:spPr>
        <p:txBody>
          <a:bodyPr/>
          <a:lstStyle>
            <a:lvl1pPr marL="0" indent="0">
              <a:buNone/>
              <a:defRPr sz="1000"/>
            </a:lvl1pPr>
          </a:lstStyle>
          <a:p>
            <a:r>
              <a:rPr lang="en-US"/>
              <a:t>Click icon to add picture</a:t>
            </a:r>
          </a:p>
        </p:txBody>
      </p:sp>
      <p:sp>
        <p:nvSpPr>
          <p:cNvPr id="27" name="Picture Placeholder 24">
            <a:extLst>
              <a:ext uri="{FF2B5EF4-FFF2-40B4-BE49-F238E27FC236}">
                <a16:creationId xmlns:a16="http://schemas.microsoft.com/office/drawing/2014/main" id="{B07B539B-6B6D-B160-FED9-9960E8760269}"/>
              </a:ext>
              <a:ext uri="{C183D7F6-B498-43B3-948B-1728B52AA6E4}">
                <adec:decorative xmlns:adec="http://schemas.microsoft.com/office/drawing/2017/decorative" val="0"/>
              </a:ext>
            </a:extLst>
          </p:cNvPr>
          <p:cNvSpPr>
            <a:spLocks noGrp="1"/>
          </p:cNvSpPr>
          <p:nvPr>
            <p:ph type="pic" sz="quarter" idx="16"/>
          </p:nvPr>
        </p:nvSpPr>
        <p:spPr>
          <a:xfrm>
            <a:off x="9970355" y="571500"/>
            <a:ext cx="1644650" cy="548640"/>
          </a:xfrm>
        </p:spPr>
        <p:txBody>
          <a:bodyPr/>
          <a:lstStyle>
            <a:lvl1pPr marL="0" indent="0">
              <a:buNone/>
              <a:defRPr sz="1000"/>
            </a:lvl1pPr>
          </a:lstStyle>
          <a:p>
            <a:r>
              <a:rPr lang="en-US"/>
              <a:t>Click icon to add picture</a:t>
            </a:r>
          </a:p>
        </p:txBody>
      </p:sp>
      <p:sp>
        <p:nvSpPr>
          <p:cNvPr id="28" name="Picture Placeholder 24">
            <a:extLst>
              <a:ext uri="{FF2B5EF4-FFF2-40B4-BE49-F238E27FC236}">
                <a16:creationId xmlns:a16="http://schemas.microsoft.com/office/drawing/2014/main" id="{8D69C67D-40FC-9076-CFD4-F5730D1D7D01}"/>
              </a:ext>
              <a:ext uri="{C183D7F6-B498-43B3-948B-1728B52AA6E4}">
                <adec:decorative xmlns:adec="http://schemas.microsoft.com/office/drawing/2017/decorative" val="0"/>
              </a:ext>
            </a:extLst>
          </p:cNvPr>
          <p:cNvSpPr>
            <a:spLocks noGrp="1"/>
          </p:cNvSpPr>
          <p:nvPr>
            <p:ph type="pic" sz="quarter" idx="17"/>
          </p:nvPr>
        </p:nvSpPr>
        <p:spPr>
          <a:xfrm>
            <a:off x="5276850" y="1731657"/>
            <a:ext cx="1644650" cy="548640"/>
          </a:xfrm>
        </p:spPr>
        <p:txBody>
          <a:bodyPr/>
          <a:lstStyle>
            <a:lvl1pPr marL="0" indent="0">
              <a:buNone/>
              <a:defRPr sz="1000"/>
            </a:lvl1pPr>
          </a:lstStyle>
          <a:p>
            <a:r>
              <a:rPr lang="en-US"/>
              <a:t>Click icon to add picture</a:t>
            </a:r>
          </a:p>
        </p:txBody>
      </p:sp>
      <p:sp>
        <p:nvSpPr>
          <p:cNvPr id="29" name="Picture Placeholder 24">
            <a:extLst>
              <a:ext uri="{FF2B5EF4-FFF2-40B4-BE49-F238E27FC236}">
                <a16:creationId xmlns:a16="http://schemas.microsoft.com/office/drawing/2014/main" id="{5790B19A-3C34-B845-1A01-5EEA0290B8C5}"/>
              </a:ext>
              <a:ext uri="{C183D7F6-B498-43B3-948B-1728B52AA6E4}">
                <adec:decorative xmlns:adec="http://schemas.microsoft.com/office/drawing/2017/decorative" val="0"/>
              </a:ext>
            </a:extLst>
          </p:cNvPr>
          <p:cNvSpPr>
            <a:spLocks noGrp="1"/>
          </p:cNvSpPr>
          <p:nvPr>
            <p:ph type="pic" sz="quarter" idx="18"/>
          </p:nvPr>
        </p:nvSpPr>
        <p:spPr>
          <a:xfrm>
            <a:off x="7623602" y="1731657"/>
            <a:ext cx="1644650" cy="548640"/>
          </a:xfrm>
        </p:spPr>
        <p:txBody>
          <a:bodyPr/>
          <a:lstStyle>
            <a:lvl1pPr marL="0" indent="0">
              <a:buNone/>
              <a:defRPr sz="1000"/>
            </a:lvl1pPr>
          </a:lstStyle>
          <a:p>
            <a:r>
              <a:rPr lang="en-US"/>
              <a:t>Click icon to add picture</a:t>
            </a:r>
          </a:p>
        </p:txBody>
      </p:sp>
      <p:sp>
        <p:nvSpPr>
          <p:cNvPr id="30" name="Picture Placeholder 24">
            <a:extLst>
              <a:ext uri="{FF2B5EF4-FFF2-40B4-BE49-F238E27FC236}">
                <a16:creationId xmlns:a16="http://schemas.microsoft.com/office/drawing/2014/main" id="{F434CBE1-526D-B01C-F4A7-A2A17928CF11}"/>
              </a:ext>
              <a:ext uri="{C183D7F6-B498-43B3-948B-1728B52AA6E4}">
                <adec:decorative xmlns:adec="http://schemas.microsoft.com/office/drawing/2017/decorative" val="0"/>
              </a:ext>
            </a:extLst>
          </p:cNvPr>
          <p:cNvSpPr>
            <a:spLocks noGrp="1"/>
          </p:cNvSpPr>
          <p:nvPr>
            <p:ph type="pic" sz="quarter" idx="19"/>
          </p:nvPr>
        </p:nvSpPr>
        <p:spPr>
          <a:xfrm>
            <a:off x="9970355" y="1731657"/>
            <a:ext cx="1644650" cy="548640"/>
          </a:xfrm>
        </p:spPr>
        <p:txBody>
          <a:bodyPr/>
          <a:lstStyle>
            <a:lvl1pPr marL="0" indent="0">
              <a:buNone/>
              <a:defRPr sz="1000"/>
            </a:lvl1pPr>
          </a:lstStyle>
          <a:p>
            <a:r>
              <a:rPr lang="en-US"/>
              <a:t>Click icon to add picture</a:t>
            </a:r>
          </a:p>
        </p:txBody>
      </p:sp>
      <p:sp>
        <p:nvSpPr>
          <p:cNvPr id="31" name="Picture Placeholder 24">
            <a:extLst>
              <a:ext uri="{FF2B5EF4-FFF2-40B4-BE49-F238E27FC236}">
                <a16:creationId xmlns:a16="http://schemas.microsoft.com/office/drawing/2014/main" id="{A707561E-5916-786D-8742-34F322CC63A6}"/>
              </a:ext>
              <a:ext uri="{C183D7F6-B498-43B3-948B-1728B52AA6E4}">
                <adec:decorative xmlns:adec="http://schemas.microsoft.com/office/drawing/2017/decorative" val="0"/>
              </a:ext>
            </a:extLst>
          </p:cNvPr>
          <p:cNvSpPr>
            <a:spLocks noGrp="1"/>
          </p:cNvSpPr>
          <p:nvPr>
            <p:ph type="pic" sz="quarter" idx="20"/>
          </p:nvPr>
        </p:nvSpPr>
        <p:spPr>
          <a:xfrm>
            <a:off x="5276850" y="2891814"/>
            <a:ext cx="1644650" cy="548640"/>
          </a:xfrm>
        </p:spPr>
        <p:txBody>
          <a:bodyPr/>
          <a:lstStyle>
            <a:lvl1pPr marL="0" indent="0">
              <a:buNone/>
              <a:defRPr sz="1000"/>
            </a:lvl1pPr>
          </a:lstStyle>
          <a:p>
            <a:r>
              <a:rPr lang="en-US"/>
              <a:t>Click icon to add picture</a:t>
            </a:r>
          </a:p>
        </p:txBody>
      </p:sp>
      <p:sp>
        <p:nvSpPr>
          <p:cNvPr id="32" name="Picture Placeholder 24">
            <a:extLst>
              <a:ext uri="{FF2B5EF4-FFF2-40B4-BE49-F238E27FC236}">
                <a16:creationId xmlns:a16="http://schemas.microsoft.com/office/drawing/2014/main" id="{DDC5815B-E2FE-F8D4-A3F1-C8E45F43D45C}"/>
              </a:ext>
              <a:ext uri="{C183D7F6-B498-43B3-948B-1728B52AA6E4}">
                <adec:decorative xmlns:adec="http://schemas.microsoft.com/office/drawing/2017/decorative" val="0"/>
              </a:ext>
            </a:extLst>
          </p:cNvPr>
          <p:cNvSpPr>
            <a:spLocks noGrp="1"/>
          </p:cNvSpPr>
          <p:nvPr>
            <p:ph type="pic" sz="quarter" idx="21"/>
          </p:nvPr>
        </p:nvSpPr>
        <p:spPr>
          <a:xfrm>
            <a:off x="7623602" y="2891814"/>
            <a:ext cx="1644650" cy="548640"/>
          </a:xfrm>
        </p:spPr>
        <p:txBody>
          <a:bodyPr/>
          <a:lstStyle>
            <a:lvl1pPr marL="0" indent="0">
              <a:buNone/>
              <a:defRPr sz="1000"/>
            </a:lvl1pPr>
          </a:lstStyle>
          <a:p>
            <a:r>
              <a:rPr lang="en-US"/>
              <a:t>Click icon to add picture</a:t>
            </a:r>
          </a:p>
        </p:txBody>
      </p:sp>
      <p:sp>
        <p:nvSpPr>
          <p:cNvPr id="33" name="Picture Placeholder 24">
            <a:extLst>
              <a:ext uri="{FF2B5EF4-FFF2-40B4-BE49-F238E27FC236}">
                <a16:creationId xmlns:a16="http://schemas.microsoft.com/office/drawing/2014/main" id="{AD12602F-26DC-0185-2333-B1171B64AB04}"/>
              </a:ext>
              <a:ext uri="{C183D7F6-B498-43B3-948B-1728B52AA6E4}">
                <adec:decorative xmlns:adec="http://schemas.microsoft.com/office/drawing/2017/decorative" val="0"/>
              </a:ext>
            </a:extLst>
          </p:cNvPr>
          <p:cNvSpPr>
            <a:spLocks noGrp="1"/>
          </p:cNvSpPr>
          <p:nvPr>
            <p:ph type="pic" sz="quarter" idx="22"/>
          </p:nvPr>
        </p:nvSpPr>
        <p:spPr>
          <a:xfrm>
            <a:off x="9970355" y="2891814"/>
            <a:ext cx="1644650" cy="548640"/>
          </a:xfrm>
        </p:spPr>
        <p:txBody>
          <a:bodyPr/>
          <a:lstStyle>
            <a:lvl1pPr marL="0" indent="0">
              <a:buNone/>
              <a:defRPr sz="1000"/>
            </a:lvl1pPr>
          </a:lstStyle>
          <a:p>
            <a:r>
              <a:rPr lang="en-US"/>
              <a:t>Click icon to add picture</a:t>
            </a:r>
          </a:p>
        </p:txBody>
      </p:sp>
      <p:sp>
        <p:nvSpPr>
          <p:cNvPr id="34" name="Picture Placeholder 24">
            <a:extLst>
              <a:ext uri="{FF2B5EF4-FFF2-40B4-BE49-F238E27FC236}">
                <a16:creationId xmlns:a16="http://schemas.microsoft.com/office/drawing/2014/main" id="{E898C53E-ACB6-1B62-7DCB-A1B05274278D}"/>
              </a:ext>
              <a:ext uri="{C183D7F6-B498-43B3-948B-1728B52AA6E4}">
                <adec:decorative xmlns:adec="http://schemas.microsoft.com/office/drawing/2017/decorative" val="0"/>
              </a:ext>
            </a:extLst>
          </p:cNvPr>
          <p:cNvSpPr>
            <a:spLocks noGrp="1"/>
          </p:cNvSpPr>
          <p:nvPr>
            <p:ph type="pic" sz="quarter" idx="23"/>
          </p:nvPr>
        </p:nvSpPr>
        <p:spPr>
          <a:xfrm>
            <a:off x="5276850" y="4051971"/>
            <a:ext cx="1644650" cy="548640"/>
          </a:xfrm>
        </p:spPr>
        <p:txBody>
          <a:bodyPr/>
          <a:lstStyle>
            <a:lvl1pPr marL="0" indent="0">
              <a:buNone/>
              <a:defRPr sz="1000"/>
            </a:lvl1pPr>
          </a:lstStyle>
          <a:p>
            <a:r>
              <a:rPr lang="en-US"/>
              <a:t>Click icon to add picture</a:t>
            </a:r>
          </a:p>
        </p:txBody>
      </p:sp>
      <p:sp>
        <p:nvSpPr>
          <p:cNvPr id="35" name="Picture Placeholder 24">
            <a:extLst>
              <a:ext uri="{FF2B5EF4-FFF2-40B4-BE49-F238E27FC236}">
                <a16:creationId xmlns:a16="http://schemas.microsoft.com/office/drawing/2014/main" id="{731E74E5-141E-80AB-9B00-1B5E0FEED1BC}"/>
              </a:ext>
              <a:ext uri="{C183D7F6-B498-43B3-948B-1728B52AA6E4}">
                <adec:decorative xmlns:adec="http://schemas.microsoft.com/office/drawing/2017/decorative" val="0"/>
              </a:ext>
            </a:extLst>
          </p:cNvPr>
          <p:cNvSpPr>
            <a:spLocks noGrp="1"/>
          </p:cNvSpPr>
          <p:nvPr>
            <p:ph type="pic" sz="quarter" idx="24"/>
          </p:nvPr>
        </p:nvSpPr>
        <p:spPr>
          <a:xfrm>
            <a:off x="7623602" y="4051971"/>
            <a:ext cx="1644650" cy="548640"/>
          </a:xfrm>
        </p:spPr>
        <p:txBody>
          <a:bodyPr/>
          <a:lstStyle>
            <a:lvl1pPr marL="0" indent="0">
              <a:buNone/>
              <a:defRPr sz="1000"/>
            </a:lvl1pPr>
          </a:lstStyle>
          <a:p>
            <a:r>
              <a:rPr lang="en-US"/>
              <a:t>Click icon to add picture</a:t>
            </a:r>
          </a:p>
        </p:txBody>
      </p:sp>
      <p:sp>
        <p:nvSpPr>
          <p:cNvPr id="36" name="Picture Placeholder 24">
            <a:extLst>
              <a:ext uri="{FF2B5EF4-FFF2-40B4-BE49-F238E27FC236}">
                <a16:creationId xmlns:a16="http://schemas.microsoft.com/office/drawing/2014/main" id="{826937F0-56E3-26CF-5EC8-F8F85E77D05F}"/>
              </a:ext>
              <a:ext uri="{C183D7F6-B498-43B3-948B-1728B52AA6E4}">
                <adec:decorative xmlns:adec="http://schemas.microsoft.com/office/drawing/2017/decorative" val="0"/>
              </a:ext>
            </a:extLst>
          </p:cNvPr>
          <p:cNvSpPr>
            <a:spLocks noGrp="1"/>
          </p:cNvSpPr>
          <p:nvPr>
            <p:ph type="pic" sz="quarter" idx="25"/>
          </p:nvPr>
        </p:nvSpPr>
        <p:spPr>
          <a:xfrm>
            <a:off x="9970355" y="4051971"/>
            <a:ext cx="1644650" cy="548640"/>
          </a:xfrm>
        </p:spPr>
        <p:txBody>
          <a:bodyPr/>
          <a:lstStyle>
            <a:lvl1pPr marL="0" indent="0">
              <a:buNone/>
              <a:defRPr sz="1000"/>
            </a:lvl1pPr>
          </a:lstStyle>
          <a:p>
            <a:r>
              <a:rPr lang="en-US"/>
              <a:t>Click icon to add picture</a:t>
            </a:r>
          </a:p>
        </p:txBody>
      </p:sp>
      <p:sp>
        <p:nvSpPr>
          <p:cNvPr id="37" name="Picture Placeholder 24">
            <a:extLst>
              <a:ext uri="{FF2B5EF4-FFF2-40B4-BE49-F238E27FC236}">
                <a16:creationId xmlns:a16="http://schemas.microsoft.com/office/drawing/2014/main" id="{211A642A-7EAD-CCEF-F33A-96AAD329D781}"/>
              </a:ext>
              <a:ext uri="{C183D7F6-B498-43B3-948B-1728B52AA6E4}">
                <adec:decorative xmlns:adec="http://schemas.microsoft.com/office/drawing/2017/decorative" val="0"/>
              </a:ext>
            </a:extLst>
          </p:cNvPr>
          <p:cNvSpPr>
            <a:spLocks noGrp="1"/>
          </p:cNvSpPr>
          <p:nvPr>
            <p:ph type="pic" sz="quarter" idx="26"/>
          </p:nvPr>
        </p:nvSpPr>
        <p:spPr>
          <a:xfrm>
            <a:off x="5276850" y="5212128"/>
            <a:ext cx="1644650" cy="548640"/>
          </a:xfrm>
        </p:spPr>
        <p:txBody>
          <a:bodyPr/>
          <a:lstStyle>
            <a:lvl1pPr marL="0" indent="0">
              <a:buNone/>
              <a:defRPr sz="1000"/>
            </a:lvl1pPr>
          </a:lstStyle>
          <a:p>
            <a:r>
              <a:rPr lang="en-US"/>
              <a:t>Click icon to add picture</a:t>
            </a:r>
          </a:p>
        </p:txBody>
      </p:sp>
      <p:sp>
        <p:nvSpPr>
          <p:cNvPr id="38" name="Picture Placeholder 24">
            <a:extLst>
              <a:ext uri="{FF2B5EF4-FFF2-40B4-BE49-F238E27FC236}">
                <a16:creationId xmlns:a16="http://schemas.microsoft.com/office/drawing/2014/main" id="{7BE237C6-6445-AFAD-D53B-7AB8EEECD1C3}"/>
              </a:ext>
              <a:ext uri="{C183D7F6-B498-43B3-948B-1728B52AA6E4}">
                <adec:decorative xmlns:adec="http://schemas.microsoft.com/office/drawing/2017/decorative" val="0"/>
              </a:ext>
            </a:extLst>
          </p:cNvPr>
          <p:cNvSpPr>
            <a:spLocks noGrp="1"/>
          </p:cNvSpPr>
          <p:nvPr>
            <p:ph type="pic" sz="quarter" idx="27"/>
          </p:nvPr>
        </p:nvSpPr>
        <p:spPr>
          <a:xfrm>
            <a:off x="7623602" y="5212128"/>
            <a:ext cx="1644650" cy="548640"/>
          </a:xfrm>
        </p:spPr>
        <p:txBody>
          <a:bodyPr/>
          <a:lstStyle>
            <a:lvl1pPr marL="0" indent="0">
              <a:buNone/>
              <a:defRPr sz="1000"/>
            </a:lvl1pPr>
          </a:lstStyle>
          <a:p>
            <a:r>
              <a:rPr lang="en-US"/>
              <a:t>Click icon to add picture</a:t>
            </a:r>
          </a:p>
        </p:txBody>
      </p:sp>
      <p:sp>
        <p:nvSpPr>
          <p:cNvPr id="39" name="Picture Placeholder 24">
            <a:extLst>
              <a:ext uri="{FF2B5EF4-FFF2-40B4-BE49-F238E27FC236}">
                <a16:creationId xmlns:a16="http://schemas.microsoft.com/office/drawing/2014/main" id="{710208B8-A8C4-C336-539B-0CE006BB08E2}"/>
              </a:ext>
              <a:ext uri="{C183D7F6-B498-43B3-948B-1728B52AA6E4}">
                <adec:decorative xmlns:adec="http://schemas.microsoft.com/office/drawing/2017/decorative" val="0"/>
              </a:ext>
            </a:extLst>
          </p:cNvPr>
          <p:cNvSpPr>
            <a:spLocks noGrp="1"/>
          </p:cNvSpPr>
          <p:nvPr>
            <p:ph type="pic" sz="quarter" idx="28"/>
          </p:nvPr>
        </p:nvSpPr>
        <p:spPr>
          <a:xfrm>
            <a:off x="9970355" y="5212128"/>
            <a:ext cx="1644650" cy="548640"/>
          </a:xfrm>
        </p:spPr>
        <p:txBody>
          <a:bodyPr/>
          <a:lstStyle>
            <a:lvl1pPr marL="0" indent="0">
              <a:buNone/>
              <a:defRPr sz="1000"/>
            </a:lvl1pPr>
          </a:lstStyle>
          <a:p>
            <a:r>
              <a:rPr lang="en-US"/>
              <a:t>Click icon to add picture</a:t>
            </a:r>
          </a:p>
        </p:txBody>
      </p:sp>
      <p:sp>
        <p:nvSpPr>
          <p:cNvPr id="3" name="Footer Placeholder 2">
            <a:extLst>
              <a:ext uri="{FF2B5EF4-FFF2-40B4-BE49-F238E27FC236}">
                <a16:creationId xmlns:a16="http://schemas.microsoft.com/office/drawing/2014/main" id="{E592B8AC-3FEF-FB3D-1D35-1B4C85E09DA6}"/>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933CB4A-84D4-4E7D-54A8-19F4902C3786}"/>
              </a:ext>
              <a:ext uri="{C183D7F6-B498-43B3-948B-1728B52AA6E4}">
                <adec:decorative xmlns:adec="http://schemas.microsoft.com/office/drawing/2017/decorative" val="1"/>
              </a:ext>
            </a:extLst>
          </p:cNvPr>
          <p:cNvSpPr>
            <a:spLocks noGrp="1"/>
          </p:cNvSpPr>
          <p:nvPr>
            <p:ph type="dt" sz="half" idx="11"/>
          </p:nvPr>
        </p:nvSpPr>
        <p:spPr/>
        <p:txBody>
          <a:bodyPr/>
          <a:lstStyle/>
          <a:p>
            <a:fld id="{034FF75C-945A-404E-922B-DD0D4CEAAB34}" type="datetimeyyyy">
              <a:rPr lang="en-US" smtClean="0"/>
              <a:t>2024</a:t>
            </a:fld>
            <a:endParaRPr lang="en-US"/>
          </a:p>
        </p:txBody>
      </p:sp>
      <p:sp>
        <p:nvSpPr>
          <p:cNvPr id="5" name="Slide Number Placeholder 4">
            <a:extLst>
              <a:ext uri="{FF2B5EF4-FFF2-40B4-BE49-F238E27FC236}">
                <a16:creationId xmlns:a16="http://schemas.microsoft.com/office/drawing/2014/main" id="{7817C489-13B1-1C9F-21CB-50298948F7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1382018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m - 8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571500"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3390319"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6209138"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9027957"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3" name="Picture Placeholder 22">
            <a:extLst>
              <a:ext uri="{FF2B5EF4-FFF2-40B4-BE49-F238E27FC236}">
                <a16:creationId xmlns:a16="http://schemas.microsoft.com/office/drawing/2014/main" id="{31C2DDE3-086E-E146-B791-BBB36081FB9C}"/>
              </a:ext>
              <a:ext uri="{C183D7F6-B498-43B3-948B-1728B52AA6E4}">
                <adec:decorative xmlns:adec="http://schemas.microsoft.com/office/drawing/2017/decorative" val="1"/>
              </a:ext>
            </a:extLst>
          </p:cNvPr>
          <p:cNvSpPr>
            <a:spLocks noGrp="1"/>
          </p:cNvSpPr>
          <p:nvPr>
            <p:ph type="pic" sz="quarter" idx="17"/>
          </p:nvPr>
        </p:nvSpPr>
        <p:spPr>
          <a:xfrm>
            <a:off x="571500"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4" name="Picture Placeholder 23">
            <a:extLst>
              <a:ext uri="{FF2B5EF4-FFF2-40B4-BE49-F238E27FC236}">
                <a16:creationId xmlns:a16="http://schemas.microsoft.com/office/drawing/2014/main" id="{02F7C068-F923-EAA3-C4BB-ADE119399EE0}"/>
              </a:ext>
              <a:ext uri="{C183D7F6-B498-43B3-948B-1728B52AA6E4}">
                <adec:decorative xmlns:adec="http://schemas.microsoft.com/office/drawing/2017/decorative" val="1"/>
              </a:ext>
            </a:extLst>
          </p:cNvPr>
          <p:cNvSpPr>
            <a:spLocks noGrp="1"/>
          </p:cNvSpPr>
          <p:nvPr>
            <p:ph type="pic" sz="quarter" idx="18"/>
          </p:nvPr>
        </p:nvSpPr>
        <p:spPr>
          <a:xfrm>
            <a:off x="3390319"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5" name="Picture Placeholder 24">
            <a:extLst>
              <a:ext uri="{FF2B5EF4-FFF2-40B4-BE49-F238E27FC236}">
                <a16:creationId xmlns:a16="http://schemas.microsoft.com/office/drawing/2014/main" id="{E2E9DC41-D3E6-09CD-8FC9-3373998130BF}"/>
              </a:ext>
              <a:ext uri="{C183D7F6-B498-43B3-948B-1728B52AA6E4}">
                <adec:decorative xmlns:adec="http://schemas.microsoft.com/office/drawing/2017/decorative" val="1"/>
              </a:ext>
            </a:extLst>
          </p:cNvPr>
          <p:cNvSpPr>
            <a:spLocks noGrp="1"/>
          </p:cNvSpPr>
          <p:nvPr>
            <p:ph type="pic" sz="quarter" idx="19"/>
          </p:nvPr>
        </p:nvSpPr>
        <p:spPr>
          <a:xfrm>
            <a:off x="6209138"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6" name="Picture Placeholder 25">
            <a:extLst>
              <a:ext uri="{FF2B5EF4-FFF2-40B4-BE49-F238E27FC236}">
                <a16:creationId xmlns:a16="http://schemas.microsoft.com/office/drawing/2014/main" id="{03C6B952-490C-B36C-6A23-D2EC13A63FC6}"/>
              </a:ext>
              <a:ext uri="{C183D7F6-B498-43B3-948B-1728B52AA6E4}">
                <adec:decorative xmlns:adec="http://schemas.microsoft.com/office/drawing/2017/decorative" val="1"/>
              </a:ext>
            </a:extLst>
          </p:cNvPr>
          <p:cNvSpPr>
            <a:spLocks noGrp="1"/>
          </p:cNvSpPr>
          <p:nvPr>
            <p:ph type="pic" sz="quarter" idx="20"/>
          </p:nvPr>
        </p:nvSpPr>
        <p:spPr>
          <a:xfrm>
            <a:off x="9027957"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571500"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571500"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3" name="Text Placeholder 29">
            <a:extLst>
              <a:ext uri="{FF2B5EF4-FFF2-40B4-BE49-F238E27FC236}">
                <a16:creationId xmlns:a16="http://schemas.microsoft.com/office/drawing/2014/main" id="{09C3EDD5-6423-9D73-E04B-18305794F5AD}"/>
              </a:ext>
            </a:extLst>
          </p:cNvPr>
          <p:cNvSpPr>
            <a:spLocks noGrp="1"/>
          </p:cNvSpPr>
          <p:nvPr>
            <p:ph type="body" sz="quarter" idx="23" hasCustomPrompt="1"/>
          </p:nvPr>
        </p:nvSpPr>
        <p:spPr>
          <a:xfrm>
            <a:off x="3390319"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4" name="Text Placeholder 29">
            <a:extLst>
              <a:ext uri="{FF2B5EF4-FFF2-40B4-BE49-F238E27FC236}">
                <a16:creationId xmlns:a16="http://schemas.microsoft.com/office/drawing/2014/main" id="{849A018A-C5DB-67B7-A0AD-0FD08CCC77BC}"/>
              </a:ext>
            </a:extLst>
          </p:cNvPr>
          <p:cNvSpPr>
            <a:spLocks noGrp="1"/>
          </p:cNvSpPr>
          <p:nvPr>
            <p:ph type="body" sz="quarter" idx="24" hasCustomPrompt="1"/>
          </p:nvPr>
        </p:nvSpPr>
        <p:spPr>
          <a:xfrm>
            <a:off x="3390319"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5" name="Text Placeholder 29">
            <a:extLst>
              <a:ext uri="{FF2B5EF4-FFF2-40B4-BE49-F238E27FC236}">
                <a16:creationId xmlns:a16="http://schemas.microsoft.com/office/drawing/2014/main" id="{D2DA37E6-256C-E209-2D5A-7AA1463214D5}"/>
              </a:ext>
            </a:extLst>
          </p:cNvPr>
          <p:cNvSpPr>
            <a:spLocks noGrp="1"/>
          </p:cNvSpPr>
          <p:nvPr>
            <p:ph type="body" sz="quarter" idx="25" hasCustomPrompt="1"/>
          </p:nvPr>
        </p:nvSpPr>
        <p:spPr>
          <a:xfrm>
            <a:off x="6205537"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B01156E7-E12F-C745-4F58-ACE51E79F219}"/>
              </a:ext>
            </a:extLst>
          </p:cNvPr>
          <p:cNvSpPr>
            <a:spLocks noGrp="1"/>
          </p:cNvSpPr>
          <p:nvPr>
            <p:ph type="body" sz="quarter" idx="26" hasCustomPrompt="1"/>
          </p:nvPr>
        </p:nvSpPr>
        <p:spPr>
          <a:xfrm>
            <a:off x="6205537"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7" name="Text Placeholder 29">
            <a:extLst>
              <a:ext uri="{FF2B5EF4-FFF2-40B4-BE49-F238E27FC236}">
                <a16:creationId xmlns:a16="http://schemas.microsoft.com/office/drawing/2014/main" id="{1903F326-5D5C-7561-2ED1-4FCC6C836F5E}"/>
              </a:ext>
            </a:extLst>
          </p:cNvPr>
          <p:cNvSpPr>
            <a:spLocks noGrp="1"/>
          </p:cNvSpPr>
          <p:nvPr>
            <p:ph type="body" sz="quarter" idx="27" hasCustomPrompt="1"/>
          </p:nvPr>
        </p:nvSpPr>
        <p:spPr>
          <a:xfrm>
            <a:off x="9029700"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8" name="Text Placeholder 29">
            <a:extLst>
              <a:ext uri="{FF2B5EF4-FFF2-40B4-BE49-F238E27FC236}">
                <a16:creationId xmlns:a16="http://schemas.microsoft.com/office/drawing/2014/main" id="{77BEE49F-9F5E-B189-1168-EB25FD4B59C9}"/>
              </a:ext>
            </a:extLst>
          </p:cNvPr>
          <p:cNvSpPr>
            <a:spLocks noGrp="1"/>
          </p:cNvSpPr>
          <p:nvPr>
            <p:ph type="body" sz="quarter" idx="28" hasCustomPrompt="1"/>
          </p:nvPr>
        </p:nvSpPr>
        <p:spPr>
          <a:xfrm>
            <a:off x="9029700"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9" name="Text Placeholder 29">
            <a:extLst>
              <a:ext uri="{FF2B5EF4-FFF2-40B4-BE49-F238E27FC236}">
                <a16:creationId xmlns:a16="http://schemas.microsoft.com/office/drawing/2014/main" id="{9AFF5847-59CC-9117-F220-ABEB80472A15}"/>
              </a:ext>
            </a:extLst>
          </p:cNvPr>
          <p:cNvSpPr>
            <a:spLocks noGrp="1"/>
          </p:cNvSpPr>
          <p:nvPr>
            <p:ph type="body" sz="quarter" idx="29" hasCustomPrompt="1"/>
          </p:nvPr>
        </p:nvSpPr>
        <p:spPr>
          <a:xfrm>
            <a:off x="571500"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0" name="Text Placeholder 29">
            <a:extLst>
              <a:ext uri="{FF2B5EF4-FFF2-40B4-BE49-F238E27FC236}">
                <a16:creationId xmlns:a16="http://schemas.microsoft.com/office/drawing/2014/main" id="{C9A6D246-836A-8EB5-DCCA-AB185DD887CA}"/>
              </a:ext>
            </a:extLst>
          </p:cNvPr>
          <p:cNvSpPr>
            <a:spLocks noGrp="1"/>
          </p:cNvSpPr>
          <p:nvPr>
            <p:ph type="body" sz="quarter" idx="30" hasCustomPrompt="1"/>
          </p:nvPr>
        </p:nvSpPr>
        <p:spPr>
          <a:xfrm>
            <a:off x="571500"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1" name="Text Placeholder 29">
            <a:extLst>
              <a:ext uri="{FF2B5EF4-FFF2-40B4-BE49-F238E27FC236}">
                <a16:creationId xmlns:a16="http://schemas.microsoft.com/office/drawing/2014/main" id="{E4C3CF32-A213-FB27-CF24-B1733FD0163D}"/>
              </a:ext>
            </a:extLst>
          </p:cNvPr>
          <p:cNvSpPr>
            <a:spLocks noGrp="1"/>
          </p:cNvSpPr>
          <p:nvPr>
            <p:ph type="body" sz="quarter" idx="31" hasCustomPrompt="1"/>
          </p:nvPr>
        </p:nvSpPr>
        <p:spPr>
          <a:xfrm>
            <a:off x="3390319"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2" name="Text Placeholder 29">
            <a:extLst>
              <a:ext uri="{FF2B5EF4-FFF2-40B4-BE49-F238E27FC236}">
                <a16:creationId xmlns:a16="http://schemas.microsoft.com/office/drawing/2014/main" id="{2DFBD71D-6C87-1331-C546-8BBA13EE5CD1}"/>
              </a:ext>
            </a:extLst>
          </p:cNvPr>
          <p:cNvSpPr>
            <a:spLocks noGrp="1"/>
          </p:cNvSpPr>
          <p:nvPr>
            <p:ph type="body" sz="quarter" idx="32" hasCustomPrompt="1"/>
          </p:nvPr>
        </p:nvSpPr>
        <p:spPr>
          <a:xfrm>
            <a:off x="3390319"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3" name="Text Placeholder 29">
            <a:extLst>
              <a:ext uri="{FF2B5EF4-FFF2-40B4-BE49-F238E27FC236}">
                <a16:creationId xmlns:a16="http://schemas.microsoft.com/office/drawing/2014/main" id="{90CE59B6-C93C-63CE-4ACB-DE48DD6C39DE}"/>
              </a:ext>
            </a:extLst>
          </p:cNvPr>
          <p:cNvSpPr>
            <a:spLocks noGrp="1"/>
          </p:cNvSpPr>
          <p:nvPr>
            <p:ph type="body" sz="quarter" idx="33" hasCustomPrompt="1"/>
          </p:nvPr>
        </p:nvSpPr>
        <p:spPr>
          <a:xfrm>
            <a:off x="6205537"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4" name="Text Placeholder 29">
            <a:extLst>
              <a:ext uri="{FF2B5EF4-FFF2-40B4-BE49-F238E27FC236}">
                <a16:creationId xmlns:a16="http://schemas.microsoft.com/office/drawing/2014/main" id="{5846DF4B-CBE1-62A0-2F49-F0857ACBFADD}"/>
              </a:ext>
            </a:extLst>
          </p:cNvPr>
          <p:cNvSpPr>
            <a:spLocks noGrp="1"/>
          </p:cNvSpPr>
          <p:nvPr>
            <p:ph type="body" sz="quarter" idx="34" hasCustomPrompt="1"/>
          </p:nvPr>
        </p:nvSpPr>
        <p:spPr>
          <a:xfrm>
            <a:off x="6205537"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5" name="Text Placeholder 29">
            <a:extLst>
              <a:ext uri="{FF2B5EF4-FFF2-40B4-BE49-F238E27FC236}">
                <a16:creationId xmlns:a16="http://schemas.microsoft.com/office/drawing/2014/main" id="{BCF83C4F-2508-7C3E-9572-07DDACE7BCCB}"/>
              </a:ext>
            </a:extLst>
          </p:cNvPr>
          <p:cNvSpPr>
            <a:spLocks noGrp="1"/>
          </p:cNvSpPr>
          <p:nvPr>
            <p:ph type="body" sz="quarter" idx="35" hasCustomPrompt="1"/>
          </p:nvPr>
        </p:nvSpPr>
        <p:spPr>
          <a:xfrm>
            <a:off x="9029700"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6" name="Text Placeholder 29">
            <a:extLst>
              <a:ext uri="{FF2B5EF4-FFF2-40B4-BE49-F238E27FC236}">
                <a16:creationId xmlns:a16="http://schemas.microsoft.com/office/drawing/2014/main" id="{DABC7021-E87B-0B73-07B1-666928B4B917}"/>
              </a:ext>
            </a:extLst>
          </p:cNvPr>
          <p:cNvSpPr>
            <a:spLocks noGrp="1"/>
          </p:cNvSpPr>
          <p:nvPr>
            <p:ph type="body" sz="quarter" idx="36" hasCustomPrompt="1"/>
          </p:nvPr>
        </p:nvSpPr>
        <p:spPr>
          <a:xfrm>
            <a:off x="9029700"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2B028AD8-4CF2-4196-8A65-CA9402213F34}" type="datetimeyyyy">
              <a:rPr lang="en-US" smtClean="0"/>
              <a:t>2024</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E31267F3-E735-3F79-7AC7-C9575738CD9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240273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m - 4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571500"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3390319"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6209138"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9027957"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571500"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571500"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2" name="Text Placeholder 29">
            <a:extLst>
              <a:ext uri="{FF2B5EF4-FFF2-40B4-BE49-F238E27FC236}">
                <a16:creationId xmlns:a16="http://schemas.microsoft.com/office/drawing/2014/main" id="{BCB86024-F111-557E-0E55-68FDF7795825}"/>
              </a:ext>
            </a:extLst>
          </p:cNvPr>
          <p:cNvSpPr>
            <a:spLocks noGrp="1"/>
          </p:cNvSpPr>
          <p:nvPr>
            <p:ph type="body" sz="quarter" idx="23" hasCustomPrompt="1"/>
          </p:nvPr>
        </p:nvSpPr>
        <p:spPr>
          <a:xfrm>
            <a:off x="571500"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3" name="Text Placeholder 29">
            <a:extLst>
              <a:ext uri="{FF2B5EF4-FFF2-40B4-BE49-F238E27FC236}">
                <a16:creationId xmlns:a16="http://schemas.microsoft.com/office/drawing/2014/main" id="{B50DEAE6-2C58-BC47-506B-B8868DFDAE67}"/>
              </a:ext>
            </a:extLst>
          </p:cNvPr>
          <p:cNvSpPr>
            <a:spLocks noGrp="1"/>
          </p:cNvSpPr>
          <p:nvPr>
            <p:ph type="body" sz="quarter" idx="24" hasCustomPrompt="1"/>
          </p:nvPr>
        </p:nvSpPr>
        <p:spPr>
          <a:xfrm>
            <a:off x="3390319"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54" name="Text Placeholder 29">
            <a:extLst>
              <a:ext uri="{FF2B5EF4-FFF2-40B4-BE49-F238E27FC236}">
                <a16:creationId xmlns:a16="http://schemas.microsoft.com/office/drawing/2014/main" id="{8F21AF40-C706-A292-8F00-E5F596203588}"/>
              </a:ext>
            </a:extLst>
          </p:cNvPr>
          <p:cNvSpPr>
            <a:spLocks noGrp="1"/>
          </p:cNvSpPr>
          <p:nvPr>
            <p:ph type="body" sz="quarter" idx="25" hasCustomPrompt="1"/>
          </p:nvPr>
        </p:nvSpPr>
        <p:spPr>
          <a:xfrm>
            <a:off x="3390319"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5" name="Text Placeholder 29">
            <a:extLst>
              <a:ext uri="{FF2B5EF4-FFF2-40B4-BE49-F238E27FC236}">
                <a16:creationId xmlns:a16="http://schemas.microsoft.com/office/drawing/2014/main" id="{C0AF9FB2-1C42-DCB1-8DF0-7DF2EF9E0C49}"/>
              </a:ext>
            </a:extLst>
          </p:cNvPr>
          <p:cNvSpPr>
            <a:spLocks noGrp="1"/>
          </p:cNvSpPr>
          <p:nvPr>
            <p:ph type="body" sz="quarter" idx="26" hasCustomPrompt="1"/>
          </p:nvPr>
        </p:nvSpPr>
        <p:spPr>
          <a:xfrm>
            <a:off x="3390319"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6" name="Text Placeholder 29">
            <a:extLst>
              <a:ext uri="{FF2B5EF4-FFF2-40B4-BE49-F238E27FC236}">
                <a16:creationId xmlns:a16="http://schemas.microsoft.com/office/drawing/2014/main" id="{AEDEE7CB-9E7C-F5DB-6191-00C40ABA3DC2}"/>
              </a:ext>
            </a:extLst>
          </p:cNvPr>
          <p:cNvSpPr>
            <a:spLocks noGrp="1"/>
          </p:cNvSpPr>
          <p:nvPr>
            <p:ph type="body" sz="quarter" idx="27" hasCustomPrompt="1"/>
          </p:nvPr>
        </p:nvSpPr>
        <p:spPr>
          <a:xfrm>
            <a:off x="6205537"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57" name="Text Placeholder 29">
            <a:extLst>
              <a:ext uri="{FF2B5EF4-FFF2-40B4-BE49-F238E27FC236}">
                <a16:creationId xmlns:a16="http://schemas.microsoft.com/office/drawing/2014/main" id="{ABC84951-C16D-031B-A452-860FEA5D4FB9}"/>
              </a:ext>
            </a:extLst>
          </p:cNvPr>
          <p:cNvSpPr>
            <a:spLocks noGrp="1"/>
          </p:cNvSpPr>
          <p:nvPr>
            <p:ph type="body" sz="quarter" idx="28" hasCustomPrompt="1"/>
          </p:nvPr>
        </p:nvSpPr>
        <p:spPr>
          <a:xfrm>
            <a:off x="6205537"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8" name="Text Placeholder 29">
            <a:extLst>
              <a:ext uri="{FF2B5EF4-FFF2-40B4-BE49-F238E27FC236}">
                <a16:creationId xmlns:a16="http://schemas.microsoft.com/office/drawing/2014/main" id="{5080CFCE-893F-75AB-B974-5963C9E30D60}"/>
              </a:ext>
            </a:extLst>
          </p:cNvPr>
          <p:cNvSpPr>
            <a:spLocks noGrp="1"/>
          </p:cNvSpPr>
          <p:nvPr>
            <p:ph type="body" sz="quarter" idx="29" hasCustomPrompt="1"/>
          </p:nvPr>
        </p:nvSpPr>
        <p:spPr>
          <a:xfrm>
            <a:off x="6205537"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9" name="Text Placeholder 29">
            <a:extLst>
              <a:ext uri="{FF2B5EF4-FFF2-40B4-BE49-F238E27FC236}">
                <a16:creationId xmlns:a16="http://schemas.microsoft.com/office/drawing/2014/main" id="{753E1418-8E20-FE77-9F69-3D8A7C329799}"/>
              </a:ext>
            </a:extLst>
          </p:cNvPr>
          <p:cNvSpPr>
            <a:spLocks noGrp="1"/>
          </p:cNvSpPr>
          <p:nvPr>
            <p:ph type="body" sz="quarter" idx="30" hasCustomPrompt="1"/>
          </p:nvPr>
        </p:nvSpPr>
        <p:spPr>
          <a:xfrm>
            <a:off x="9027957"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60" name="Text Placeholder 29">
            <a:extLst>
              <a:ext uri="{FF2B5EF4-FFF2-40B4-BE49-F238E27FC236}">
                <a16:creationId xmlns:a16="http://schemas.microsoft.com/office/drawing/2014/main" id="{D590C100-6B2C-FC2E-D160-987DC43723DB}"/>
              </a:ext>
            </a:extLst>
          </p:cNvPr>
          <p:cNvSpPr>
            <a:spLocks noGrp="1"/>
          </p:cNvSpPr>
          <p:nvPr>
            <p:ph type="body" sz="quarter" idx="31" hasCustomPrompt="1"/>
          </p:nvPr>
        </p:nvSpPr>
        <p:spPr>
          <a:xfrm>
            <a:off x="9027957"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61" name="Text Placeholder 29">
            <a:extLst>
              <a:ext uri="{FF2B5EF4-FFF2-40B4-BE49-F238E27FC236}">
                <a16:creationId xmlns:a16="http://schemas.microsoft.com/office/drawing/2014/main" id="{4595D31D-B356-2316-C6C1-64C52CAF31BE}"/>
              </a:ext>
            </a:extLst>
          </p:cNvPr>
          <p:cNvSpPr>
            <a:spLocks noGrp="1"/>
          </p:cNvSpPr>
          <p:nvPr>
            <p:ph type="body" sz="quarter" idx="32" hasCustomPrompt="1"/>
          </p:nvPr>
        </p:nvSpPr>
        <p:spPr>
          <a:xfrm>
            <a:off x="9027957"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0B443848-4945-4173-A7DE-F060D70BDD13}" type="datetimeyyyy">
              <a:rPr lang="en-US" smtClean="0"/>
              <a:t>2024</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80D9BCA4-CA11-332E-A634-2B2C259973E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21879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 4 person w/ shap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41625B9-4393-E3F8-60AD-189265D68CBE}"/>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7" name="Rectangle 6">
              <a:extLst>
                <a:ext uri="{FF2B5EF4-FFF2-40B4-BE49-F238E27FC236}">
                  <a16:creationId xmlns:a16="http://schemas.microsoft.com/office/drawing/2014/main" id="{F0C06CE7-4ACB-7ACE-9E76-179C05E056BB}"/>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8" name="Group 7">
              <a:extLst>
                <a:ext uri="{FF2B5EF4-FFF2-40B4-BE49-F238E27FC236}">
                  <a16:creationId xmlns:a16="http://schemas.microsoft.com/office/drawing/2014/main" id="{F2DE4F75-D911-6EE8-7F0A-8B8C20927A2D}"/>
                </a:ext>
              </a:extLst>
            </p:cNvPr>
            <p:cNvGrpSpPr/>
            <p:nvPr/>
          </p:nvGrpSpPr>
          <p:grpSpPr>
            <a:xfrm>
              <a:off x="13142686" y="1954129"/>
              <a:ext cx="1455058" cy="864391"/>
              <a:chOff x="12700000" y="2008563"/>
              <a:chExt cx="2565400" cy="1524000"/>
            </a:xfrm>
          </p:grpSpPr>
          <p:pic>
            <p:nvPicPr>
              <p:cNvPr id="9" name="Picture 8" descr="A picture containing table&#10;&#10;Description automatically generated">
                <a:extLst>
                  <a:ext uri="{FF2B5EF4-FFF2-40B4-BE49-F238E27FC236}">
                    <a16:creationId xmlns:a16="http://schemas.microsoft.com/office/drawing/2014/main" id="{43E7339E-DD20-5091-5CA0-6E76AD093B22}"/>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0" name="Rectangle 9">
                <a:extLst>
                  <a:ext uri="{FF2B5EF4-FFF2-40B4-BE49-F238E27FC236}">
                    <a16:creationId xmlns:a16="http://schemas.microsoft.com/office/drawing/2014/main" id="{55DF4968-614F-C275-0E82-43C2D34AD314}"/>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
        <p:nvSpPr>
          <p:cNvPr id="23" name="Text Placeholder 22">
            <a:extLst>
              <a:ext uri="{FF2B5EF4-FFF2-40B4-BE49-F238E27FC236}">
                <a16:creationId xmlns:a16="http://schemas.microsoft.com/office/drawing/2014/main" id="{2D363E5E-49E6-EE0A-E24E-20695AC8D63D}"/>
              </a:ext>
              <a:ext uri="{C183D7F6-B498-43B3-948B-1728B52AA6E4}">
                <adec:decorative xmlns:adec="http://schemas.microsoft.com/office/drawing/2017/decorative" val="1"/>
              </a:ext>
            </a:extLst>
          </p:cNvPr>
          <p:cNvSpPr>
            <a:spLocks noGrp="1"/>
          </p:cNvSpPr>
          <p:nvPr>
            <p:ph type="body" sz="quarter" idx="38"/>
          </p:nvPr>
        </p:nvSpPr>
        <p:spPr>
          <a:xfrm>
            <a:off x="7513738" y="0"/>
            <a:ext cx="4338333" cy="6858000"/>
          </a:xfrm>
          <a:custGeom>
            <a:avLst/>
            <a:gdLst>
              <a:gd name="connsiteX0" fmla="*/ 868715 w 4338333"/>
              <a:gd name="connsiteY0" fmla="*/ 0 h 6858000"/>
              <a:gd name="connsiteX1" fmla="*/ 1558917 w 4338333"/>
              <a:gd name="connsiteY1" fmla="*/ 0 h 6858000"/>
              <a:gd name="connsiteX2" fmla="*/ 709870 w 4338333"/>
              <a:gd name="connsiteY2" fmla="*/ 1543003 h 6858000"/>
              <a:gd name="connsiteX3" fmla="*/ 1043440 w 4338333"/>
              <a:gd name="connsiteY3" fmla="*/ 2692852 h 6858000"/>
              <a:gd name="connsiteX4" fmla="*/ 3586424 w 4338333"/>
              <a:gd name="connsiteY4" fmla="*/ 4092206 h 6858000"/>
              <a:gd name="connsiteX5" fmla="*/ 3586439 w 4338333"/>
              <a:gd name="connsiteY5" fmla="*/ 4092121 h 6858000"/>
              <a:gd name="connsiteX6" fmla="*/ 4158277 w 4338333"/>
              <a:gd name="connsiteY6" fmla="*/ 6063302 h 6858000"/>
              <a:gd name="connsiteX7" fmla="*/ 3720979 w 4338333"/>
              <a:gd name="connsiteY7" fmla="*/ 6858000 h 6858000"/>
              <a:gd name="connsiteX8" fmla="*/ 3030809 w 4338333"/>
              <a:gd name="connsiteY8" fmla="*/ 6858000 h 6858000"/>
              <a:gd name="connsiteX9" fmla="*/ 3628486 w 4338333"/>
              <a:gd name="connsiteY9" fmla="*/ 5771869 h 6858000"/>
              <a:gd name="connsiteX10" fmla="*/ 3294915 w 4338333"/>
              <a:gd name="connsiteY10" fmla="*/ 4622019 h 6858000"/>
              <a:gd name="connsiteX11" fmla="*/ 751895 w 4338333"/>
              <a:gd name="connsiteY11" fmla="*/ 3222676 h 6858000"/>
              <a:gd name="connsiteX12" fmla="*/ 180057 w 4338333"/>
              <a:gd name="connsiteY12" fmla="*/ 12514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38333" h="6858000">
                <a:moveTo>
                  <a:pt x="868715" y="0"/>
                </a:moveTo>
                <a:lnTo>
                  <a:pt x="1558917" y="0"/>
                </a:lnTo>
                <a:lnTo>
                  <a:pt x="709870" y="1543003"/>
                </a:lnTo>
                <a:cubicBezTo>
                  <a:pt x="484459" y="1952642"/>
                  <a:pt x="633801" y="2467440"/>
                  <a:pt x="1043440" y="2692852"/>
                </a:cubicBezTo>
                <a:lnTo>
                  <a:pt x="3586424" y="4092206"/>
                </a:lnTo>
                <a:lnTo>
                  <a:pt x="3586439" y="4092121"/>
                </a:lnTo>
                <a:cubicBezTo>
                  <a:pt x="4288668" y="4478565"/>
                  <a:pt x="4544686" y="5361086"/>
                  <a:pt x="4158277" y="6063302"/>
                </a:cubicBezTo>
                <a:lnTo>
                  <a:pt x="3720979" y="6858000"/>
                </a:lnTo>
                <a:lnTo>
                  <a:pt x="3030809" y="6858000"/>
                </a:lnTo>
                <a:lnTo>
                  <a:pt x="3628486" y="5771869"/>
                </a:lnTo>
                <a:cubicBezTo>
                  <a:pt x="3853898" y="5362230"/>
                  <a:pt x="3704555" y="4847430"/>
                  <a:pt x="3294915" y="4622019"/>
                </a:cubicBezTo>
                <a:lnTo>
                  <a:pt x="751895" y="3222676"/>
                </a:lnTo>
                <a:cubicBezTo>
                  <a:pt x="49666" y="2836231"/>
                  <a:pt x="-206351" y="1953712"/>
                  <a:pt x="180057" y="1251495"/>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506A0EAF-FE1F-201F-A700-DD3EBC8F4FF1}"/>
              </a:ext>
              <a:ext uri="{C183D7F6-B498-43B3-948B-1728B52AA6E4}">
                <adec:decorative xmlns:adec="http://schemas.microsoft.com/office/drawing/2017/decorative" val="1"/>
              </a:ext>
            </a:extLst>
          </p:cNvPr>
          <p:cNvSpPr>
            <a:spLocks noGrp="1"/>
          </p:cNvSpPr>
          <p:nvPr>
            <p:ph type="pic" sz="quarter" idx="13"/>
          </p:nvPr>
        </p:nvSpPr>
        <p:spPr>
          <a:xfrm>
            <a:off x="571500" y="1762125"/>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5" name="Picture Placeholder 24">
            <a:extLst>
              <a:ext uri="{FF2B5EF4-FFF2-40B4-BE49-F238E27FC236}">
                <a16:creationId xmlns:a16="http://schemas.microsoft.com/office/drawing/2014/main" id="{0506C182-28E4-A150-CAF7-DD168C08E9A6}"/>
              </a:ext>
              <a:ext uri="{C183D7F6-B498-43B3-948B-1728B52AA6E4}">
                <adec:decorative xmlns:adec="http://schemas.microsoft.com/office/drawing/2017/decorative" val="1"/>
              </a:ext>
            </a:extLst>
          </p:cNvPr>
          <p:cNvSpPr>
            <a:spLocks noGrp="1"/>
          </p:cNvSpPr>
          <p:nvPr>
            <p:ph type="pic" sz="quarter" idx="14"/>
          </p:nvPr>
        </p:nvSpPr>
        <p:spPr>
          <a:xfrm>
            <a:off x="6238773" y="1762125"/>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6" name="Picture Placeholder 25">
            <a:extLst>
              <a:ext uri="{FF2B5EF4-FFF2-40B4-BE49-F238E27FC236}">
                <a16:creationId xmlns:a16="http://schemas.microsoft.com/office/drawing/2014/main" id="{1659FD7B-65AE-308F-0507-2F6A5A8E8D51}"/>
              </a:ext>
              <a:ext uri="{C183D7F6-B498-43B3-948B-1728B52AA6E4}">
                <adec:decorative xmlns:adec="http://schemas.microsoft.com/office/drawing/2017/decorative" val="1"/>
              </a:ext>
            </a:extLst>
          </p:cNvPr>
          <p:cNvSpPr>
            <a:spLocks noGrp="1"/>
          </p:cNvSpPr>
          <p:nvPr>
            <p:ph type="pic" sz="quarter" idx="15"/>
          </p:nvPr>
        </p:nvSpPr>
        <p:spPr>
          <a:xfrm>
            <a:off x="571500" y="4218170"/>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7" name="Picture Placeholder 26">
            <a:extLst>
              <a:ext uri="{FF2B5EF4-FFF2-40B4-BE49-F238E27FC236}">
                <a16:creationId xmlns:a16="http://schemas.microsoft.com/office/drawing/2014/main" id="{CE6231C8-8C1E-C76A-72A0-8ABB1B1F2B91}"/>
              </a:ext>
              <a:ext uri="{C183D7F6-B498-43B3-948B-1728B52AA6E4}">
                <adec:decorative xmlns:adec="http://schemas.microsoft.com/office/drawing/2017/decorative" val="1"/>
              </a:ext>
            </a:extLst>
          </p:cNvPr>
          <p:cNvSpPr>
            <a:spLocks noGrp="1"/>
          </p:cNvSpPr>
          <p:nvPr>
            <p:ph type="pic" sz="quarter" idx="16"/>
          </p:nvPr>
        </p:nvSpPr>
        <p:spPr>
          <a:xfrm>
            <a:off x="6238773" y="4218170"/>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 name="Title 1">
            <a:extLst>
              <a:ext uri="{FF2B5EF4-FFF2-40B4-BE49-F238E27FC236}">
                <a16:creationId xmlns:a16="http://schemas.microsoft.com/office/drawing/2014/main" id="{75D1B7E5-EAD4-76CB-D39C-FCCA6F3E6E5C}"/>
              </a:ext>
            </a:extLst>
          </p:cNvPr>
          <p:cNvSpPr>
            <a:spLocks noGrp="1"/>
          </p:cNvSpPr>
          <p:nvPr>
            <p:ph type="title"/>
          </p:nvPr>
        </p:nvSpPr>
        <p:spPr>
          <a:xfrm>
            <a:off x="571500" y="571501"/>
            <a:ext cx="11049000" cy="811996"/>
          </a:xfrm>
        </p:spPr>
        <p:txBody>
          <a:bodyPr/>
          <a:lstStyle/>
          <a:p>
            <a:r>
              <a:rPr lang="en-US"/>
              <a:t>Click to edit Master title style</a:t>
            </a:r>
          </a:p>
        </p:txBody>
      </p:sp>
      <p:sp>
        <p:nvSpPr>
          <p:cNvPr id="28" name="Text Placeholder 29">
            <a:extLst>
              <a:ext uri="{FF2B5EF4-FFF2-40B4-BE49-F238E27FC236}">
                <a16:creationId xmlns:a16="http://schemas.microsoft.com/office/drawing/2014/main" id="{C7B09D6C-1E31-88D1-F191-C0911F3BF41C}"/>
              </a:ext>
            </a:extLst>
          </p:cNvPr>
          <p:cNvSpPr>
            <a:spLocks noGrp="1"/>
          </p:cNvSpPr>
          <p:nvPr>
            <p:ph type="body" sz="quarter" idx="21" hasCustomPrompt="1"/>
          </p:nvPr>
        </p:nvSpPr>
        <p:spPr>
          <a:xfrm>
            <a:off x="3415284" y="1890529"/>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29" name="Text Placeholder 29">
            <a:extLst>
              <a:ext uri="{FF2B5EF4-FFF2-40B4-BE49-F238E27FC236}">
                <a16:creationId xmlns:a16="http://schemas.microsoft.com/office/drawing/2014/main" id="{320BFB83-6A55-5691-C4B0-3F7416554927}"/>
              </a:ext>
            </a:extLst>
          </p:cNvPr>
          <p:cNvSpPr>
            <a:spLocks noGrp="1"/>
          </p:cNvSpPr>
          <p:nvPr>
            <p:ph type="body" sz="quarter" idx="22" hasCustomPrompt="1"/>
          </p:nvPr>
        </p:nvSpPr>
        <p:spPr>
          <a:xfrm>
            <a:off x="3415284" y="2449330"/>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0" name="Text Placeholder 29">
            <a:extLst>
              <a:ext uri="{FF2B5EF4-FFF2-40B4-BE49-F238E27FC236}">
                <a16:creationId xmlns:a16="http://schemas.microsoft.com/office/drawing/2014/main" id="{50C6830F-D0AB-D117-86FE-AC716B9D3BD4}"/>
              </a:ext>
            </a:extLst>
          </p:cNvPr>
          <p:cNvSpPr>
            <a:spLocks noGrp="1"/>
          </p:cNvSpPr>
          <p:nvPr>
            <p:ph type="body" sz="quarter" idx="23" hasCustomPrompt="1"/>
          </p:nvPr>
        </p:nvSpPr>
        <p:spPr>
          <a:xfrm>
            <a:off x="3415284" y="2818434"/>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2" name="Text Placeholder 29">
            <a:extLst>
              <a:ext uri="{FF2B5EF4-FFF2-40B4-BE49-F238E27FC236}">
                <a16:creationId xmlns:a16="http://schemas.microsoft.com/office/drawing/2014/main" id="{3ED25CCF-5A2F-84CE-387F-5F481D6A23C2}"/>
              </a:ext>
            </a:extLst>
          </p:cNvPr>
          <p:cNvSpPr>
            <a:spLocks noGrp="1"/>
          </p:cNvSpPr>
          <p:nvPr>
            <p:ph type="body" sz="quarter" idx="24" hasCustomPrompt="1"/>
          </p:nvPr>
        </p:nvSpPr>
        <p:spPr>
          <a:xfrm>
            <a:off x="9029700" y="1890529"/>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3" name="Text Placeholder 29">
            <a:extLst>
              <a:ext uri="{FF2B5EF4-FFF2-40B4-BE49-F238E27FC236}">
                <a16:creationId xmlns:a16="http://schemas.microsoft.com/office/drawing/2014/main" id="{AD5F2723-D00A-AF22-CD14-B72733F8272E}"/>
              </a:ext>
            </a:extLst>
          </p:cNvPr>
          <p:cNvSpPr>
            <a:spLocks noGrp="1"/>
          </p:cNvSpPr>
          <p:nvPr>
            <p:ph type="body" sz="quarter" idx="25" hasCustomPrompt="1"/>
          </p:nvPr>
        </p:nvSpPr>
        <p:spPr>
          <a:xfrm>
            <a:off x="9029700" y="2449330"/>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4" name="Text Placeholder 29">
            <a:extLst>
              <a:ext uri="{FF2B5EF4-FFF2-40B4-BE49-F238E27FC236}">
                <a16:creationId xmlns:a16="http://schemas.microsoft.com/office/drawing/2014/main" id="{AD8C0D09-5C2D-1DD2-1F5F-5839528725EA}"/>
              </a:ext>
            </a:extLst>
          </p:cNvPr>
          <p:cNvSpPr>
            <a:spLocks noGrp="1"/>
          </p:cNvSpPr>
          <p:nvPr>
            <p:ph type="body" sz="quarter" idx="26" hasCustomPrompt="1"/>
          </p:nvPr>
        </p:nvSpPr>
        <p:spPr>
          <a:xfrm>
            <a:off x="9029700" y="2818434"/>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5" name="Text Placeholder 29">
            <a:extLst>
              <a:ext uri="{FF2B5EF4-FFF2-40B4-BE49-F238E27FC236}">
                <a16:creationId xmlns:a16="http://schemas.microsoft.com/office/drawing/2014/main" id="{DEC876F0-1AA1-A3E2-EC2B-11FDFAB8CC7E}"/>
              </a:ext>
            </a:extLst>
          </p:cNvPr>
          <p:cNvSpPr>
            <a:spLocks noGrp="1"/>
          </p:cNvSpPr>
          <p:nvPr>
            <p:ph type="body" sz="quarter" idx="27" hasCustomPrompt="1"/>
          </p:nvPr>
        </p:nvSpPr>
        <p:spPr>
          <a:xfrm>
            <a:off x="3415284" y="4346575"/>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E0A73F5B-D18A-30F7-DB3A-CC53569088EB}"/>
              </a:ext>
            </a:extLst>
          </p:cNvPr>
          <p:cNvSpPr>
            <a:spLocks noGrp="1"/>
          </p:cNvSpPr>
          <p:nvPr>
            <p:ph type="body" sz="quarter" idx="28" hasCustomPrompt="1"/>
          </p:nvPr>
        </p:nvSpPr>
        <p:spPr>
          <a:xfrm>
            <a:off x="3415284" y="4905376"/>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7" name="Text Placeholder 29">
            <a:extLst>
              <a:ext uri="{FF2B5EF4-FFF2-40B4-BE49-F238E27FC236}">
                <a16:creationId xmlns:a16="http://schemas.microsoft.com/office/drawing/2014/main" id="{2A7B1F0A-1695-F042-987C-9C516EBA6E27}"/>
              </a:ext>
            </a:extLst>
          </p:cNvPr>
          <p:cNvSpPr>
            <a:spLocks noGrp="1"/>
          </p:cNvSpPr>
          <p:nvPr>
            <p:ph type="body" sz="quarter" idx="29" hasCustomPrompt="1"/>
          </p:nvPr>
        </p:nvSpPr>
        <p:spPr>
          <a:xfrm>
            <a:off x="3415284" y="5274480"/>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8" name="Text Placeholder 29">
            <a:extLst>
              <a:ext uri="{FF2B5EF4-FFF2-40B4-BE49-F238E27FC236}">
                <a16:creationId xmlns:a16="http://schemas.microsoft.com/office/drawing/2014/main" id="{E1EEB885-29BB-5000-B0B9-7EB826FBE62B}"/>
              </a:ext>
            </a:extLst>
          </p:cNvPr>
          <p:cNvSpPr>
            <a:spLocks noGrp="1"/>
          </p:cNvSpPr>
          <p:nvPr>
            <p:ph type="body" sz="quarter" idx="30" hasCustomPrompt="1"/>
          </p:nvPr>
        </p:nvSpPr>
        <p:spPr>
          <a:xfrm>
            <a:off x="9029700" y="4346575"/>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9" name="Text Placeholder 29">
            <a:extLst>
              <a:ext uri="{FF2B5EF4-FFF2-40B4-BE49-F238E27FC236}">
                <a16:creationId xmlns:a16="http://schemas.microsoft.com/office/drawing/2014/main" id="{4487B338-D044-4463-E4B7-C740382E1D5D}"/>
              </a:ext>
            </a:extLst>
          </p:cNvPr>
          <p:cNvSpPr>
            <a:spLocks noGrp="1"/>
          </p:cNvSpPr>
          <p:nvPr>
            <p:ph type="body" sz="quarter" idx="31" hasCustomPrompt="1"/>
          </p:nvPr>
        </p:nvSpPr>
        <p:spPr>
          <a:xfrm>
            <a:off x="9029700" y="4905376"/>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0" name="Text Placeholder 29">
            <a:extLst>
              <a:ext uri="{FF2B5EF4-FFF2-40B4-BE49-F238E27FC236}">
                <a16:creationId xmlns:a16="http://schemas.microsoft.com/office/drawing/2014/main" id="{26C97FD7-12D4-4A50-F5CF-FA9144C7BC86}"/>
              </a:ext>
            </a:extLst>
          </p:cNvPr>
          <p:cNvSpPr>
            <a:spLocks noGrp="1"/>
          </p:cNvSpPr>
          <p:nvPr>
            <p:ph type="body" sz="quarter" idx="32" hasCustomPrompt="1"/>
          </p:nvPr>
        </p:nvSpPr>
        <p:spPr>
          <a:xfrm>
            <a:off x="9029700" y="5274480"/>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 name="Footer Placeholder 2">
            <a:extLst>
              <a:ext uri="{FF2B5EF4-FFF2-40B4-BE49-F238E27FC236}">
                <a16:creationId xmlns:a16="http://schemas.microsoft.com/office/drawing/2014/main" id="{9F3A52C8-2D44-6D60-6E10-B7020A36133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9019F079-AF58-93B3-C64F-359B26110959}"/>
              </a:ext>
              <a:ext uri="{C183D7F6-B498-43B3-948B-1728B52AA6E4}">
                <adec:decorative xmlns:adec="http://schemas.microsoft.com/office/drawing/2017/decorative" val="1"/>
              </a:ext>
            </a:extLst>
          </p:cNvPr>
          <p:cNvSpPr>
            <a:spLocks noGrp="1"/>
          </p:cNvSpPr>
          <p:nvPr>
            <p:ph type="dt" sz="half" idx="11"/>
          </p:nvPr>
        </p:nvSpPr>
        <p:spPr/>
        <p:txBody>
          <a:bodyPr/>
          <a:lstStyle/>
          <a:p>
            <a:fld id="{7A7E3F2A-E245-4470-B0FD-BD5E47E1890B}" type="datetimeyyyy">
              <a:rPr lang="en-US" smtClean="0"/>
              <a:t>2024</a:t>
            </a:fld>
            <a:endParaRPr lang="en-US"/>
          </a:p>
        </p:txBody>
      </p:sp>
      <p:sp>
        <p:nvSpPr>
          <p:cNvPr id="5" name="Slide Number Placeholder 4">
            <a:extLst>
              <a:ext uri="{FF2B5EF4-FFF2-40B4-BE49-F238E27FC236}">
                <a16:creationId xmlns:a16="http://schemas.microsoft.com/office/drawing/2014/main" id="{1BAA3A45-16AC-4EB1-489C-37DD301A233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049565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537E1F2-21C5-4EF7-034F-863A1FA79B68}"/>
              </a:ext>
            </a:extLst>
          </p:cNvPr>
          <p:cNvSpPr>
            <a:spLocks noGrp="1"/>
          </p:cNvSpPr>
          <p:nvPr>
            <p:ph type="title"/>
          </p:nvPr>
        </p:nvSpPr>
        <p:spPr>
          <a:xfrm>
            <a:off x="571500" y="571501"/>
            <a:ext cx="4470400" cy="1509885"/>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571500" y="2283608"/>
            <a:ext cx="44704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571500" y="2943030"/>
            <a:ext cx="1651000" cy="981268"/>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5" name="Text Placeholder 13">
            <a:extLst>
              <a:ext uri="{FF2B5EF4-FFF2-40B4-BE49-F238E27FC236}">
                <a16:creationId xmlns:a16="http://schemas.microsoft.com/office/drawing/2014/main" id="{13744CA5-DA43-852C-4ED6-6F5BA9AF0DCD}"/>
              </a:ext>
            </a:extLst>
          </p:cNvPr>
          <p:cNvSpPr>
            <a:spLocks noGrp="1"/>
          </p:cNvSpPr>
          <p:nvPr>
            <p:ph type="body" sz="quarter" idx="15"/>
          </p:nvPr>
        </p:nvSpPr>
        <p:spPr>
          <a:xfrm>
            <a:off x="2451100" y="2943030"/>
            <a:ext cx="1651000" cy="981268"/>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6" name="Text Placeholder 13">
            <a:extLst>
              <a:ext uri="{FF2B5EF4-FFF2-40B4-BE49-F238E27FC236}">
                <a16:creationId xmlns:a16="http://schemas.microsoft.com/office/drawing/2014/main" id="{97A67808-DA53-97D4-CD87-DCE5FB9BAE6A}"/>
              </a:ext>
            </a:extLst>
          </p:cNvPr>
          <p:cNvSpPr>
            <a:spLocks noGrp="1"/>
          </p:cNvSpPr>
          <p:nvPr>
            <p:ph type="body" sz="quarter" idx="16"/>
          </p:nvPr>
        </p:nvSpPr>
        <p:spPr>
          <a:xfrm>
            <a:off x="571500" y="4114797"/>
            <a:ext cx="1651000" cy="980623"/>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7" name="Text Placeholder 13">
            <a:extLst>
              <a:ext uri="{FF2B5EF4-FFF2-40B4-BE49-F238E27FC236}">
                <a16:creationId xmlns:a16="http://schemas.microsoft.com/office/drawing/2014/main" id="{A88B629E-A765-6008-E6E4-91BA2D0A49F3}"/>
              </a:ext>
            </a:extLst>
          </p:cNvPr>
          <p:cNvSpPr>
            <a:spLocks noGrp="1"/>
          </p:cNvSpPr>
          <p:nvPr>
            <p:ph type="body" sz="quarter" idx="17"/>
          </p:nvPr>
        </p:nvSpPr>
        <p:spPr>
          <a:xfrm>
            <a:off x="2451100" y="4114797"/>
            <a:ext cx="1651000" cy="980623"/>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 uri="{C183D7F6-B498-43B3-948B-1728B52AA6E4}">
                <adec:decorative xmlns:adec="http://schemas.microsoft.com/office/drawing/2017/decorative" val="0"/>
              </a:ext>
            </a:extLst>
          </p:cNvPr>
          <p:cNvSpPr>
            <a:spLocks noGrp="1"/>
          </p:cNvSpPr>
          <p:nvPr>
            <p:ph type="chart" sz="quarter" idx="18"/>
          </p:nvPr>
        </p:nvSpPr>
        <p:spPr>
          <a:xfrm>
            <a:off x="6210300" y="571500"/>
            <a:ext cx="5410200" cy="571500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C43B174-C524-4093-8BF8-E98777F91AA9}" type="datetimeyyyy">
              <a:rPr lang="en-US" smtClean="0"/>
              <a:t>2024</a:t>
            </a:fld>
            <a:endParaRPr lang="en-US"/>
          </a:p>
        </p:txBody>
      </p:sp>
    </p:spTree>
    <p:extLst>
      <p:ext uri="{BB962C8B-B14F-4D97-AF65-F5344CB8AC3E}">
        <p14:creationId xmlns:p14="http://schemas.microsoft.com/office/powerpoint/2010/main" val="18485630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hart righ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229D9-8EB6-4FB4-8418-1779953A3564}"/>
              </a:ext>
            </a:extLst>
          </p:cNvPr>
          <p:cNvSpPr>
            <a:spLocks noGrp="1"/>
          </p:cNvSpPr>
          <p:nvPr>
            <p:ph type="title"/>
          </p:nvPr>
        </p:nvSpPr>
        <p:spPr>
          <a:xfrm>
            <a:off x="571500" y="571500"/>
            <a:ext cx="4470400" cy="1497329"/>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571500" y="2286000"/>
            <a:ext cx="44704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571500" y="4114800"/>
            <a:ext cx="4470400" cy="2171700"/>
          </a:xfrm>
        </p:spPr>
        <p:txBody>
          <a:bodyPr/>
          <a:lstStyle>
            <a:lvl1pPr marL="0" indent="0">
              <a:buNone/>
              <a:defRPr sz="14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Lst>
          </p:cNvPr>
          <p:cNvSpPr>
            <a:spLocks noGrp="1"/>
          </p:cNvSpPr>
          <p:nvPr>
            <p:ph type="chart" sz="quarter" idx="18"/>
          </p:nvPr>
        </p:nvSpPr>
        <p:spPr>
          <a:xfrm>
            <a:off x="6210300" y="571500"/>
            <a:ext cx="5410200" cy="571500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623D960-D293-41E6-A8A3-B3C44C04DBE1}" type="datetimeyyyy">
              <a:rPr lang="en-US" smtClean="0"/>
              <a:t>2024</a:t>
            </a:fld>
            <a:endParaRPr lang="en-US"/>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7088386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hart top">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B2AB18-C027-F9C0-44AF-60C2A249C0D1}"/>
              </a:ext>
            </a:extLst>
          </p:cNvPr>
          <p:cNvSpPr>
            <a:spLocks noGrp="1"/>
          </p:cNvSpPr>
          <p:nvPr>
            <p:ph type="title"/>
          </p:nvPr>
        </p:nvSpPr>
        <p:spPr/>
        <p:txBody>
          <a:bodyPr/>
          <a:lstStyle/>
          <a:p>
            <a:r>
              <a:rPr lang="en-US"/>
              <a:t>Click to edit Master title style</a:t>
            </a:r>
          </a:p>
        </p:txBody>
      </p:sp>
      <p:sp>
        <p:nvSpPr>
          <p:cNvPr id="16" name="Text Placeholder 13">
            <a:extLst>
              <a:ext uri="{FF2B5EF4-FFF2-40B4-BE49-F238E27FC236}">
                <a16:creationId xmlns:a16="http://schemas.microsoft.com/office/drawing/2014/main" id="{80F5F842-5C3D-54CD-F990-11896C740B6D}"/>
              </a:ext>
            </a:extLst>
          </p:cNvPr>
          <p:cNvSpPr>
            <a:spLocks noGrp="1"/>
          </p:cNvSpPr>
          <p:nvPr>
            <p:ph type="body" sz="quarter" idx="18"/>
          </p:nvPr>
        </p:nvSpPr>
        <p:spPr>
          <a:xfrm>
            <a:off x="571500" y="1752601"/>
            <a:ext cx="11049000" cy="457200"/>
          </a:xfrm>
        </p:spPr>
        <p:txBody>
          <a:bodyPr/>
          <a:lstStyle>
            <a:lvl1pPr marL="0" indent="0">
              <a:buNone/>
              <a:defRPr sz="1200" b="1" cap="all" spc="150" baseline="0">
                <a:solidFill>
                  <a:schemeClr val="accent1"/>
                </a:solidFill>
              </a:defRPr>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8" name="Chart Placeholder 17">
            <a:extLst>
              <a:ext uri="{FF2B5EF4-FFF2-40B4-BE49-F238E27FC236}">
                <a16:creationId xmlns:a16="http://schemas.microsoft.com/office/drawing/2014/main" id="{40F477FE-DE1B-B705-DA9D-CA5D1127C9E2}"/>
              </a:ext>
            </a:extLst>
          </p:cNvPr>
          <p:cNvSpPr>
            <a:spLocks noGrp="1"/>
          </p:cNvSpPr>
          <p:nvPr>
            <p:ph type="chart" sz="quarter" idx="19"/>
          </p:nvPr>
        </p:nvSpPr>
        <p:spPr>
          <a:xfrm>
            <a:off x="571498" y="2426972"/>
            <a:ext cx="11049000" cy="2679750"/>
          </a:xfrm>
        </p:spPr>
        <p:txBody>
          <a:bodyPr/>
          <a:lstStyle>
            <a:lvl1pPr marL="0" indent="0">
              <a:buNone/>
              <a:defRPr sz="1400"/>
            </a:lvl1pPr>
          </a:lstStyle>
          <a:p>
            <a:r>
              <a:rPr lang="en-US"/>
              <a:t>Click icon to add chart</a:t>
            </a:r>
          </a:p>
        </p:txBody>
      </p:sp>
      <p:sp>
        <p:nvSpPr>
          <p:cNvPr id="12" name="Text Placeholder 13">
            <a:extLst>
              <a:ext uri="{FF2B5EF4-FFF2-40B4-BE49-F238E27FC236}">
                <a16:creationId xmlns:a16="http://schemas.microsoft.com/office/drawing/2014/main" id="{D23B8D11-F0D0-9E49-D780-D95250CB95E7}"/>
              </a:ext>
            </a:extLst>
          </p:cNvPr>
          <p:cNvSpPr>
            <a:spLocks noGrp="1"/>
          </p:cNvSpPr>
          <p:nvPr>
            <p:ph type="body" sz="quarter" idx="14"/>
          </p:nvPr>
        </p:nvSpPr>
        <p:spPr>
          <a:xfrm>
            <a:off x="5715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3" name="Text Placeholder 13">
            <a:extLst>
              <a:ext uri="{FF2B5EF4-FFF2-40B4-BE49-F238E27FC236}">
                <a16:creationId xmlns:a16="http://schemas.microsoft.com/office/drawing/2014/main" id="{06435C4E-9CF4-8E6B-07C7-B67C32B83496}"/>
              </a:ext>
            </a:extLst>
          </p:cNvPr>
          <p:cNvSpPr>
            <a:spLocks noGrp="1"/>
          </p:cNvSpPr>
          <p:nvPr>
            <p:ph type="body" sz="quarter" idx="15"/>
          </p:nvPr>
        </p:nvSpPr>
        <p:spPr>
          <a:xfrm>
            <a:off x="33909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4" name="Text Placeholder 13">
            <a:extLst>
              <a:ext uri="{FF2B5EF4-FFF2-40B4-BE49-F238E27FC236}">
                <a16:creationId xmlns:a16="http://schemas.microsoft.com/office/drawing/2014/main" id="{02A9E9F2-9991-1F6B-4DDA-F4871CF8CA34}"/>
              </a:ext>
            </a:extLst>
          </p:cNvPr>
          <p:cNvSpPr>
            <a:spLocks noGrp="1"/>
          </p:cNvSpPr>
          <p:nvPr>
            <p:ph type="body" sz="quarter" idx="16"/>
          </p:nvPr>
        </p:nvSpPr>
        <p:spPr>
          <a:xfrm>
            <a:off x="62103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5" name="Text Placeholder 13">
            <a:extLst>
              <a:ext uri="{FF2B5EF4-FFF2-40B4-BE49-F238E27FC236}">
                <a16:creationId xmlns:a16="http://schemas.microsoft.com/office/drawing/2014/main" id="{C606F0E7-6085-6A74-ED76-8108DFFE19E9}"/>
              </a:ext>
            </a:extLst>
          </p:cNvPr>
          <p:cNvSpPr>
            <a:spLocks noGrp="1"/>
          </p:cNvSpPr>
          <p:nvPr>
            <p:ph type="body" sz="quarter" idx="17"/>
          </p:nvPr>
        </p:nvSpPr>
        <p:spPr>
          <a:xfrm>
            <a:off x="9029699"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3" name="Footer Placeholder 2">
            <a:extLst>
              <a:ext uri="{FF2B5EF4-FFF2-40B4-BE49-F238E27FC236}">
                <a16:creationId xmlns:a16="http://schemas.microsoft.com/office/drawing/2014/main" id="{14BDE212-F330-FC7D-6D5B-C8DC1F1F1EB1}"/>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653DFA9B-B82D-4565-0656-280DB1B2F5EA}"/>
              </a:ext>
              <a:ext uri="{C183D7F6-B498-43B3-948B-1728B52AA6E4}">
                <adec:decorative xmlns:adec="http://schemas.microsoft.com/office/drawing/2017/decorative" val="1"/>
              </a:ext>
            </a:extLst>
          </p:cNvPr>
          <p:cNvSpPr>
            <a:spLocks noGrp="1"/>
          </p:cNvSpPr>
          <p:nvPr>
            <p:ph type="dt" sz="half" idx="11"/>
          </p:nvPr>
        </p:nvSpPr>
        <p:spPr/>
        <p:txBody>
          <a:bodyPr/>
          <a:lstStyle/>
          <a:p>
            <a:fld id="{751FF448-7BD4-4A3C-887C-8315F8261568}" type="datetimeyyyy">
              <a:rPr lang="en-US" smtClean="0"/>
              <a:t>2024</a:t>
            </a:fld>
            <a:endParaRPr lang="en-US"/>
          </a:p>
        </p:txBody>
      </p:sp>
      <p:sp>
        <p:nvSpPr>
          <p:cNvPr id="5" name="Slide Number Placeholder 4">
            <a:extLst>
              <a:ext uri="{FF2B5EF4-FFF2-40B4-BE49-F238E27FC236}">
                <a16:creationId xmlns:a16="http://schemas.microsoft.com/office/drawing/2014/main" id="{9DEC7FC2-9C6E-D8AB-DD0B-79D0E2499F5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9285912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DACD981F-320C-42DF-ABA7-85C0575B7353}" type="datetimeyyyy">
              <a:rPr lang="en-US" smtClean="0"/>
              <a:t>2024</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8" name="Table Placeholder 7">
            <a:extLst>
              <a:ext uri="{FF2B5EF4-FFF2-40B4-BE49-F238E27FC236}">
                <a16:creationId xmlns:a16="http://schemas.microsoft.com/office/drawing/2014/main" id="{DA8972DC-88B1-3220-E576-DCAE491F1082}"/>
              </a:ext>
            </a:extLst>
          </p:cNvPr>
          <p:cNvSpPr>
            <a:spLocks noGrp="1"/>
          </p:cNvSpPr>
          <p:nvPr>
            <p:ph type="tbl" sz="quarter" idx="14"/>
          </p:nvPr>
        </p:nvSpPr>
        <p:spPr>
          <a:xfrm>
            <a:off x="571500" y="1752600"/>
            <a:ext cx="11049000" cy="4533900"/>
          </a:xfrm>
        </p:spPr>
        <p:txBody>
          <a:bodyPr/>
          <a:lstStyle/>
          <a:p>
            <a:r>
              <a:rPr lang="en-US"/>
              <a:t>Click icon to add table</a:t>
            </a:r>
          </a:p>
        </p:txBody>
      </p:sp>
      <p:grpSp>
        <p:nvGrpSpPr>
          <p:cNvPr id="9" name="Group 8">
            <a:extLst>
              <a:ext uri="{FF2B5EF4-FFF2-40B4-BE49-F238E27FC236}">
                <a16:creationId xmlns:a16="http://schemas.microsoft.com/office/drawing/2014/main" id="{71C7E43B-BF07-DC3E-75E6-FE39A706DEC0}"/>
              </a:ext>
              <a:ext uri="{C183D7F6-B498-43B3-948B-1728B52AA6E4}">
                <adec:decorative xmlns:adec="http://schemas.microsoft.com/office/drawing/2017/decorative" val="1"/>
              </a:ext>
            </a:extLst>
          </p:cNvPr>
          <p:cNvGrpSpPr/>
          <p:nvPr userDrawn="1"/>
        </p:nvGrpSpPr>
        <p:grpSpPr>
          <a:xfrm>
            <a:off x="12364924" y="2"/>
            <a:ext cx="2926080" cy="4315966"/>
            <a:chOff x="-3024205" y="2"/>
            <a:chExt cx="2926080" cy="4315966"/>
          </a:xfrm>
          <a:solidFill>
            <a:schemeClr val="accent2"/>
          </a:solidFill>
        </p:grpSpPr>
        <p:sp>
          <p:nvSpPr>
            <p:cNvPr id="10" name="Rectangle 9">
              <a:extLst>
                <a:ext uri="{FF2B5EF4-FFF2-40B4-BE49-F238E27FC236}">
                  <a16:creationId xmlns:a16="http://schemas.microsoft.com/office/drawing/2014/main" id="{8F47FE05-ADA7-B0BF-F859-D3D05594909A}"/>
                </a:ext>
              </a:extLst>
            </p:cNvPr>
            <p:cNvSpPr/>
            <p:nvPr/>
          </p:nvSpPr>
          <p:spPr>
            <a:xfrm>
              <a:off x="-3024205" y="2"/>
              <a:ext cx="2926080" cy="43159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table INSTRUCTIONS</a:t>
              </a:r>
            </a:p>
            <a:p>
              <a:pPr marL="174625" indent="-174625">
                <a:spcBef>
                  <a:spcPts val="1200"/>
                </a:spcBef>
                <a:buFont typeface="+mj-lt"/>
                <a:buAutoNum type="arabicPeriod"/>
              </a:pPr>
              <a:r>
                <a:rPr lang="en-US" sz="1000" cap="all">
                  <a:solidFill>
                    <a:schemeClr val="bg1"/>
                  </a:solidFill>
                </a:rPr>
                <a:t>APPLY STYLES</a:t>
              </a:r>
              <a:endParaRPr lang="en-US" sz="1000" b="1" cap="all">
                <a:solidFill>
                  <a:schemeClr val="bg1"/>
                </a:solidFill>
              </a:endParaRPr>
            </a:p>
            <a:p>
              <a:pPr marL="346075" lvl="1" indent="-174625">
                <a:spcBef>
                  <a:spcPts val="600"/>
                </a:spcBef>
                <a:buFont typeface="+mj-lt"/>
                <a:buAutoNum type="alphaLcPeriod"/>
              </a:pPr>
              <a:r>
                <a:rPr lang="en-US" sz="1000">
                  <a:solidFill>
                    <a:schemeClr val="bg1"/>
                  </a:solidFill>
                </a:rPr>
                <a:t>When inserting a new table, </a:t>
              </a:r>
              <a:br>
                <a:rPr lang="en-US" sz="1000">
                  <a:solidFill>
                    <a:schemeClr val="bg1"/>
                  </a:solidFill>
                </a:rPr>
              </a:br>
              <a:r>
                <a:rPr lang="en-US" sz="1000">
                  <a:solidFill>
                    <a:schemeClr val="bg1"/>
                  </a:solidFill>
                </a:rPr>
                <a:t>“Medium Style 3 – Accent 1” will be </a:t>
              </a:r>
              <a:br>
                <a:rPr lang="en-US" sz="1000">
                  <a:solidFill>
                    <a:schemeClr val="bg1"/>
                  </a:solidFill>
                </a:rPr>
              </a:br>
              <a:r>
                <a:rPr lang="en-US" sz="1000">
                  <a:solidFill>
                    <a:schemeClr val="bg1"/>
                  </a:solidFill>
                </a:rPr>
                <a:t>applied automatically. If inserting </a:t>
              </a:r>
              <a:br>
                <a:rPr lang="en-US" sz="1000">
                  <a:solidFill>
                    <a:schemeClr val="bg1"/>
                  </a:solidFill>
                </a:rPr>
              </a:br>
              <a:r>
                <a:rPr lang="en-US" sz="1000">
                  <a:solidFill>
                    <a:schemeClr val="bg1"/>
                  </a:solidFill>
                </a:rPr>
                <a:t>a previously designed table, </a:t>
              </a:r>
              <a:br>
                <a:rPr lang="en-US" sz="1000">
                  <a:solidFill>
                    <a:schemeClr val="bg1"/>
                  </a:solidFill>
                </a:rPr>
              </a:br>
              <a:r>
                <a:rPr lang="en-US" sz="1000">
                  <a:solidFill>
                    <a:schemeClr val="bg1"/>
                  </a:solidFill>
                </a:rPr>
                <a:t>“Medium Style 3 – Accent 1” </a:t>
              </a:r>
              <a:br>
                <a:rPr lang="en-US" sz="1000">
                  <a:solidFill>
                    <a:schemeClr val="bg1"/>
                  </a:solidFill>
                </a:rPr>
              </a:br>
              <a:r>
                <a:rPr lang="en-US" sz="1000">
                  <a:solidFill>
                    <a:schemeClr val="bg1"/>
                  </a:solidFill>
                </a:rPr>
                <a:t>should be manually applied </a:t>
              </a:r>
              <a:br>
                <a:rPr lang="en-US" sz="1000">
                  <a:solidFill>
                    <a:schemeClr val="bg1"/>
                  </a:solidFill>
                </a:rPr>
              </a:br>
              <a:r>
                <a:rPr lang="en-US" sz="1000">
                  <a:solidFill>
                    <a:schemeClr val="bg1"/>
                  </a:solidFill>
                </a:rPr>
                <a:t>(Table Design tab &gt; Table Styles &gt; </a:t>
              </a:r>
              <a:br>
                <a:rPr lang="en-US" sz="1000">
                  <a:solidFill>
                    <a:schemeClr val="bg1"/>
                  </a:solidFill>
                </a:rPr>
              </a:br>
              <a:r>
                <a:rPr lang="en-US" sz="1000">
                  <a:solidFill>
                    <a:schemeClr val="bg1"/>
                  </a:solidFill>
                </a:rPr>
                <a:t>“Medium Style 3 – Accent 1” )</a:t>
              </a:r>
            </a:p>
            <a:p>
              <a:pPr marL="169863" indent="-169863">
                <a:spcBef>
                  <a:spcPts val="1200"/>
                </a:spcBef>
                <a:buFont typeface="+mj-lt"/>
                <a:buAutoNum type="arabicPeriod"/>
              </a:pPr>
              <a:r>
                <a:rPr lang="en-US" sz="1000" cap="all">
                  <a:solidFill>
                    <a:schemeClr val="bg1"/>
                  </a:solidFill>
                </a:rPr>
                <a:t>Customization steps</a:t>
              </a:r>
              <a:endParaRPr lang="en-US" sz="1000" b="1" cap="all">
                <a:solidFill>
                  <a:schemeClr val="bg1"/>
                </a:solidFill>
              </a:endParaRPr>
            </a:p>
            <a:p>
              <a:pPr marL="346075" lvl="1" indent="-173038">
                <a:spcBef>
                  <a:spcPts val="300"/>
                </a:spcBef>
                <a:buFont typeface="+mj-lt"/>
                <a:buAutoNum type="alphaLcPeriod"/>
              </a:pPr>
              <a:r>
                <a:rPr lang="en-US" sz="1000">
                  <a:solidFill>
                    <a:schemeClr val="bg1"/>
                  </a:solidFill>
                </a:rPr>
                <a:t>Select entire table and remove all borders.</a:t>
              </a:r>
            </a:p>
            <a:p>
              <a:pPr marL="346075" lvl="1" indent="-173038">
                <a:spcBef>
                  <a:spcPts val="300"/>
                </a:spcBef>
                <a:buFont typeface="+mj-lt"/>
                <a:buAutoNum type="alphaLcPeriod"/>
              </a:pPr>
              <a:r>
                <a:rPr lang="en-US" sz="1000">
                  <a:solidFill>
                    <a:schemeClr val="bg1"/>
                  </a:solidFill>
                </a:rPr>
                <a:t>Select table and vertically center </a:t>
              </a:r>
              <a:br>
                <a:rPr lang="en-US" sz="1000">
                  <a:solidFill>
                    <a:schemeClr val="bg1"/>
                  </a:solidFill>
                </a:rPr>
              </a:br>
              <a:r>
                <a:rPr lang="en-US" sz="1000">
                  <a:solidFill>
                    <a:schemeClr val="bg1"/>
                  </a:solidFill>
                </a:rPr>
                <a:t>the text (Layout tab &gt; </a:t>
              </a:r>
              <a:br>
                <a:rPr lang="en-US" sz="1000">
                  <a:solidFill>
                    <a:schemeClr val="bg1"/>
                  </a:solidFill>
                </a:rPr>
              </a:br>
              <a:r>
                <a:rPr lang="en-US" sz="1000">
                  <a:solidFill>
                    <a:schemeClr val="bg1"/>
                  </a:solidFill>
                </a:rPr>
                <a:t>Alignment &gt; “Center Vertically).</a:t>
              </a:r>
            </a:p>
            <a:p>
              <a:pPr marL="346075" lvl="1" indent="-173038">
                <a:spcBef>
                  <a:spcPts val="300"/>
                </a:spcBef>
                <a:buFont typeface="+mj-lt"/>
                <a:buAutoNum type="alphaLcPeriod"/>
              </a:pPr>
              <a:endParaRPr lang="en-US" sz="1000">
                <a:solidFill>
                  <a:schemeClr val="bg1"/>
                </a:solidFill>
              </a:endParaRPr>
            </a:p>
            <a:p>
              <a:pPr marL="346075" lvl="1" indent="-173038">
                <a:spcBef>
                  <a:spcPts val="300"/>
                </a:spcBef>
                <a:buFont typeface="+mj-lt"/>
                <a:buAutoNum type="alphaLcPeriod"/>
              </a:pPr>
              <a:endParaRPr lang="en-US" sz="1000">
                <a:solidFill>
                  <a:schemeClr val="bg1"/>
                </a:solidFill>
              </a:endParaRPr>
            </a:p>
            <a:p>
              <a:pPr marL="346075" lvl="1" indent="-173038">
                <a:spcBef>
                  <a:spcPts val="300"/>
                </a:spcBef>
                <a:buFont typeface="+mj-lt"/>
                <a:buAutoNum type="alphaLcPeriod"/>
              </a:pPr>
              <a:endParaRPr lang="en-US" sz="1000">
                <a:solidFill>
                  <a:schemeClr val="bg1"/>
                </a:solidFill>
              </a:endParaRPr>
            </a:p>
            <a:p>
              <a:pPr marL="346075" lvl="1" indent="-173038">
                <a:spcBef>
                  <a:spcPts val="300"/>
                </a:spcBef>
                <a:buFont typeface="+mj-lt"/>
                <a:buAutoNum type="alphaLcPeriod"/>
              </a:pPr>
              <a:endParaRPr lang="en-US" sz="1000">
                <a:solidFill>
                  <a:schemeClr val="bg1"/>
                </a:solidFill>
              </a:endParaRPr>
            </a:p>
            <a:p>
              <a:pPr marL="173037" lvl="1">
                <a:spcBef>
                  <a:spcPts val="300"/>
                </a:spcBef>
              </a:pPr>
              <a:endParaRPr lang="en-US" sz="1000">
                <a:solidFill>
                  <a:schemeClr val="bg1"/>
                </a:solidFill>
              </a:endParaRPr>
            </a:p>
            <a:p>
              <a:pPr marL="341313" lvl="1" indent="-169863">
                <a:spcBef>
                  <a:spcPts val="300"/>
                </a:spcBef>
                <a:buFont typeface="+mj-lt"/>
                <a:buAutoNum type="alphaLcPeriod" startAt="3"/>
              </a:pPr>
              <a:r>
                <a:rPr lang="en-US" sz="1000">
                  <a:solidFill>
                    <a:schemeClr val="bg1"/>
                  </a:solidFill>
                </a:rPr>
                <a:t>Match font styles to those shown here.</a:t>
              </a:r>
            </a:p>
          </p:txBody>
        </p:sp>
        <p:grpSp>
          <p:nvGrpSpPr>
            <p:cNvPr id="11" name="Group 10">
              <a:extLst>
                <a:ext uri="{FF2B5EF4-FFF2-40B4-BE49-F238E27FC236}">
                  <a16:creationId xmlns:a16="http://schemas.microsoft.com/office/drawing/2014/main" id="{44340DF8-6DC9-C0BF-5FCC-4AB055861AB6}"/>
                </a:ext>
              </a:extLst>
            </p:cNvPr>
            <p:cNvGrpSpPr/>
            <p:nvPr/>
          </p:nvGrpSpPr>
          <p:grpSpPr>
            <a:xfrm>
              <a:off x="-2583491" y="3067385"/>
              <a:ext cx="1884587" cy="836088"/>
              <a:chOff x="-2142774" y="5359600"/>
              <a:chExt cx="2044645" cy="907097"/>
            </a:xfrm>
            <a:grpFill/>
          </p:grpSpPr>
          <p:pic>
            <p:nvPicPr>
              <p:cNvPr id="12" name="Picture 11">
                <a:extLst>
                  <a:ext uri="{FF2B5EF4-FFF2-40B4-BE49-F238E27FC236}">
                    <a16:creationId xmlns:a16="http://schemas.microsoft.com/office/drawing/2014/main" id="{C8B4E62A-F326-3184-3888-99749219914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42774" y="5359600"/>
                <a:ext cx="2044645" cy="907097"/>
              </a:xfrm>
              <a:prstGeom prst="rect">
                <a:avLst/>
              </a:prstGeom>
              <a:grpFill/>
            </p:spPr>
          </p:pic>
          <p:sp>
            <p:nvSpPr>
              <p:cNvPr id="13" name="Rectangle 12">
                <a:extLst>
                  <a:ext uri="{FF2B5EF4-FFF2-40B4-BE49-F238E27FC236}">
                    <a16:creationId xmlns:a16="http://schemas.microsoft.com/office/drawing/2014/main" id="{044A37ED-132D-6B82-9341-96C0DAF3E5C5}"/>
                  </a:ext>
                </a:extLst>
              </p:cNvPr>
              <p:cNvSpPr/>
              <p:nvPr/>
            </p:nvSpPr>
            <p:spPr>
              <a:xfrm>
                <a:off x="-1842383" y="5751927"/>
                <a:ext cx="224718" cy="2247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22397036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ient Story 1">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F7E06554-8B2A-F1F4-1E23-A12DC2EABB15}"/>
              </a:ext>
              <a:ext uri="{C183D7F6-B498-43B3-948B-1728B52AA6E4}">
                <adec:decorative xmlns:adec="http://schemas.microsoft.com/office/drawing/2017/decorative" val="1"/>
              </a:ext>
            </a:extLst>
          </p:cNvPr>
          <p:cNvSpPr>
            <a:spLocks noGrp="1"/>
          </p:cNvSpPr>
          <p:nvPr>
            <p:ph type="body" sz="quarter" idx="31"/>
          </p:nvPr>
        </p:nvSpPr>
        <p:spPr>
          <a:xfrm>
            <a:off x="6224657" y="0"/>
            <a:ext cx="5967344" cy="2441050"/>
          </a:xfrm>
          <a:custGeom>
            <a:avLst/>
            <a:gdLst>
              <a:gd name="connsiteX0" fmla="*/ 0 w 5967344"/>
              <a:gd name="connsiteY0" fmla="*/ 0 h 2441050"/>
              <a:gd name="connsiteX1" fmla="*/ 609304 w 5967344"/>
              <a:gd name="connsiteY1" fmla="*/ 0 h 2441050"/>
              <a:gd name="connsiteX2" fmla="*/ 750541 w 5967344"/>
              <a:gd name="connsiteY2" fmla="*/ 473990 h 2441050"/>
              <a:gd name="connsiteX3" fmla="*/ 1767447 w 5967344"/>
              <a:gd name="connsiteY3" fmla="*/ 1024007 h 2441050"/>
              <a:gd name="connsiteX4" fmla="*/ 4453598 w 5967344"/>
              <a:gd name="connsiteY4" fmla="*/ 223654 h 2441050"/>
              <a:gd name="connsiteX5" fmla="*/ 4453551 w 5967344"/>
              <a:gd name="connsiteY5" fmla="*/ 223585 h 2441050"/>
              <a:gd name="connsiteX6" fmla="*/ 5935514 w 5967344"/>
              <a:gd name="connsiteY6" fmla="*/ 675148 h 2441050"/>
              <a:gd name="connsiteX7" fmla="*/ 5967344 w 5967344"/>
              <a:gd name="connsiteY7" fmla="*/ 717859 h 2441050"/>
              <a:gd name="connsiteX8" fmla="*/ 5967344 w 5967344"/>
              <a:gd name="connsiteY8" fmla="*/ 2441050 h 2441050"/>
              <a:gd name="connsiteX9" fmla="*/ 5637280 w 5967344"/>
              <a:gd name="connsiteY9" fmla="*/ 1333287 h 2441050"/>
              <a:gd name="connsiteX10" fmla="*/ 4620373 w 5967344"/>
              <a:gd name="connsiteY10" fmla="*/ 783269 h 2441050"/>
              <a:gd name="connsiteX11" fmla="*/ 1934203 w 5967344"/>
              <a:gd name="connsiteY11" fmla="*/ 1583655 h 2441050"/>
              <a:gd name="connsiteX12" fmla="*/ 190925 w 5967344"/>
              <a:gd name="connsiteY12" fmla="*/ 640763 h 244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67344" h="2441050">
                <a:moveTo>
                  <a:pt x="0" y="0"/>
                </a:moveTo>
                <a:lnTo>
                  <a:pt x="609304" y="0"/>
                </a:lnTo>
                <a:lnTo>
                  <a:pt x="750541" y="473990"/>
                </a:lnTo>
                <a:cubicBezTo>
                  <a:pt x="879470" y="906687"/>
                  <a:pt x="1334749" y="1152935"/>
                  <a:pt x="1767447" y="1024007"/>
                </a:cubicBezTo>
                <a:lnTo>
                  <a:pt x="4453598" y="223654"/>
                </a:lnTo>
                <a:lnTo>
                  <a:pt x="4453551" y="223585"/>
                </a:lnTo>
                <a:cubicBezTo>
                  <a:pt x="5009885" y="57837"/>
                  <a:pt x="5587992" y="253856"/>
                  <a:pt x="5935514" y="675148"/>
                </a:cubicBezTo>
                <a:lnTo>
                  <a:pt x="5967344" y="717859"/>
                </a:lnTo>
                <a:lnTo>
                  <a:pt x="5967344" y="2441050"/>
                </a:lnTo>
                <a:lnTo>
                  <a:pt x="5637280" y="1333287"/>
                </a:lnTo>
                <a:cubicBezTo>
                  <a:pt x="5508351" y="900588"/>
                  <a:pt x="5053071" y="654340"/>
                  <a:pt x="4620373" y="783269"/>
                </a:cubicBezTo>
                <a:lnTo>
                  <a:pt x="1934203" y="1583655"/>
                </a:lnTo>
                <a:cubicBezTo>
                  <a:pt x="1192424" y="1804652"/>
                  <a:pt x="411939" y="1382510"/>
                  <a:pt x="190925" y="640763"/>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6" name="Picture Placeholder 25">
            <a:extLst>
              <a:ext uri="{FF2B5EF4-FFF2-40B4-BE49-F238E27FC236}">
                <a16:creationId xmlns:a16="http://schemas.microsoft.com/office/drawing/2014/main" id="{EE4616B2-C2FA-4CA9-E6AC-2DAF2058548D}"/>
              </a:ext>
              <a:ext uri="{C183D7F6-B498-43B3-948B-1728B52AA6E4}">
                <adec:decorative xmlns:adec="http://schemas.microsoft.com/office/drawing/2017/decorative" val="0"/>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29" name="Picture Placeholder 28">
            <a:extLst>
              <a:ext uri="{FF2B5EF4-FFF2-40B4-BE49-F238E27FC236}">
                <a16:creationId xmlns:a16="http://schemas.microsoft.com/office/drawing/2014/main" id="{CF535E5E-710C-7CB7-1A56-23F58718852E}"/>
              </a:ext>
              <a:ext uri="{C183D7F6-B498-43B3-948B-1728B52AA6E4}">
                <adec:decorative xmlns:adec="http://schemas.microsoft.com/office/drawing/2017/decorative" val="0"/>
              </a:ext>
            </a:extLst>
          </p:cNvPr>
          <p:cNvSpPr>
            <a:spLocks noGrp="1"/>
          </p:cNvSpPr>
          <p:nvPr>
            <p:ph type="pic" sz="quarter" idx="14"/>
          </p:nvPr>
        </p:nvSpPr>
        <p:spPr>
          <a:xfrm>
            <a:off x="6234818" y="583692"/>
            <a:ext cx="5403684" cy="1489206"/>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2" name="Title 1">
            <a:extLst>
              <a:ext uri="{FF2B5EF4-FFF2-40B4-BE49-F238E27FC236}">
                <a16:creationId xmlns:a16="http://schemas.microsoft.com/office/drawing/2014/main" id="{17C8946E-1E61-63FF-CE8A-7801BA52B64D}"/>
              </a:ext>
            </a:extLst>
          </p:cNvPr>
          <p:cNvSpPr>
            <a:spLocks noGrp="1"/>
          </p:cNvSpPr>
          <p:nvPr>
            <p:ph type="title"/>
          </p:nvPr>
        </p:nvSpPr>
        <p:spPr>
          <a:xfrm>
            <a:off x="571500" y="1231650"/>
            <a:ext cx="4699000" cy="841248"/>
          </a:xfrm>
        </p:spPr>
        <p:txBody>
          <a:bodyPr/>
          <a:lstStyle/>
          <a:p>
            <a:r>
              <a:rPr lang="en-US"/>
              <a:t>Click to edit Master title style</a:t>
            </a:r>
          </a:p>
        </p:txBody>
      </p:sp>
      <p:sp>
        <p:nvSpPr>
          <p:cNvPr id="31" name="Text Placeholder 30">
            <a:extLst>
              <a:ext uri="{FF2B5EF4-FFF2-40B4-BE49-F238E27FC236}">
                <a16:creationId xmlns:a16="http://schemas.microsoft.com/office/drawing/2014/main" id="{85EE684F-811A-48D0-19CC-E99DA92385FA}"/>
              </a:ext>
            </a:extLst>
          </p:cNvPr>
          <p:cNvSpPr>
            <a:spLocks noGrp="1"/>
          </p:cNvSpPr>
          <p:nvPr>
            <p:ph type="body" sz="quarter" idx="15"/>
          </p:nvPr>
        </p:nvSpPr>
        <p:spPr>
          <a:xfrm>
            <a:off x="571500" y="2933700"/>
            <a:ext cx="4699000" cy="396296"/>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33" name="Text Placeholder 32">
            <a:extLst>
              <a:ext uri="{FF2B5EF4-FFF2-40B4-BE49-F238E27FC236}">
                <a16:creationId xmlns:a16="http://schemas.microsoft.com/office/drawing/2014/main" id="{D8DDE2F4-F352-152F-C83A-6DE995D4188D}"/>
              </a:ext>
            </a:extLst>
          </p:cNvPr>
          <p:cNvSpPr>
            <a:spLocks noGrp="1"/>
          </p:cNvSpPr>
          <p:nvPr>
            <p:ph type="body" sz="quarter" idx="16"/>
          </p:nvPr>
        </p:nvSpPr>
        <p:spPr>
          <a:xfrm>
            <a:off x="571500" y="3618981"/>
            <a:ext cx="4680246" cy="2043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4">
            <a:extLst>
              <a:ext uri="{FF2B5EF4-FFF2-40B4-BE49-F238E27FC236}">
                <a16:creationId xmlns:a16="http://schemas.microsoft.com/office/drawing/2014/main" id="{69DE830F-F48B-DDC3-4AC8-190DF5D262D7}"/>
              </a:ext>
            </a:extLst>
          </p:cNvPr>
          <p:cNvSpPr>
            <a:spLocks noGrp="1"/>
          </p:cNvSpPr>
          <p:nvPr>
            <p:ph type="body" sz="quarter" idx="17"/>
          </p:nvPr>
        </p:nvSpPr>
        <p:spPr>
          <a:xfrm>
            <a:off x="571500" y="5879600"/>
            <a:ext cx="4699000" cy="406900"/>
          </a:xfrm>
        </p:spPr>
        <p:txBody>
          <a:bodyPr/>
          <a:lstStyle>
            <a:lvl1pPr marL="0" indent="0">
              <a:spcBef>
                <a:spcPts val="0"/>
              </a:spcBef>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6" name="Text Placeholder 30">
            <a:extLst>
              <a:ext uri="{FF2B5EF4-FFF2-40B4-BE49-F238E27FC236}">
                <a16:creationId xmlns:a16="http://schemas.microsoft.com/office/drawing/2014/main" id="{67610148-7BEF-2C77-A659-FE99E5E60F45}"/>
              </a:ext>
            </a:extLst>
          </p:cNvPr>
          <p:cNvSpPr>
            <a:spLocks noGrp="1"/>
          </p:cNvSpPr>
          <p:nvPr>
            <p:ph type="body" sz="quarter" idx="18"/>
          </p:nvPr>
        </p:nvSpPr>
        <p:spPr>
          <a:xfrm>
            <a:off x="6210434" y="2933700"/>
            <a:ext cx="5403684" cy="396296"/>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7" name="Text Placeholder 30">
            <a:extLst>
              <a:ext uri="{FF2B5EF4-FFF2-40B4-BE49-F238E27FC236}">
                <a16:creationId xmlns:a16="http://schemas.microsoft.com/office/drawing/2014/main" id="{4D7C565C-FB69-81FC-3387-FDBCEF8CF0DE}"/>
              </a:ext>
            </a:extLst>
          </p:cNvPr>
          <p:cNvSpPr>
            <a:spLocks noGrp="1"/>
          </p:cNvSpPr>
          <p:nvPr>
            <p:ph type="body" sz="quarter" idx="27" hasCustomPrompt="1"/>
          </p:nvPr>
        </p:nvSpPr>
        <p:spPr>
          <a:xfrm>
            <a:off x="6210434"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4" name="Text Placeholder 43">
            <a:extLst>
              <a:ext uri="{FF2B5EF4-FFF2-40B4-BE49-F238E27FC236}">
                <a16:creationId xmlns:a16="http://schemas.microsoft.com/office/drawing/2014/main" id="{A00253E8-F1B3-656B-7561-20CCCBA2FD17}"/>
              </a:ext>
            </a:extLst>
          </p:cNvPr>
          <p:cNvSpPr>
            <a:spLocks noGrp="1"/>
          </p:cNvSpPr>
          <p:nvPr>
            <p:ph type="body" sz="quarter" idx="24"/>
          </p:nvPr>
        </p:nvSpPr>
        <p:spPr>
          <a:xfrm>
            <a:off x="6198108"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48" name="Text Placeholder 30">
            <a:extLst>
              <a:ext uri="{FF2B5EF4-FFF2-40B4-BE49-F238E27FC236}">
                <a16:creationId xmlns:a16="http://schemas.microsoft.com/office/drawing/2014/main" id="{93C2E08B-E391-01B0-CF7F-5B9B9CD623CC}"/>
              </a:ext>
            </a:extLst>
          </p:cNvPr>
          <p:cNvSpPr>
            <a:spLocks noGrp="1"/>
          </p:cNvSpPr>
          <p:nvPr>
            <p:ph type="body" sz="quarter" idx="28" hasCustomPrompt="1"/>
          </p:nvPr>
        </p:nvSpPr>
        <p:spPr>
          <a:xfrm>
            <a:off x="8097350"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5" name="Text Placeholder 43">
            <a:extLst>
              <a:ext uri="{FF2B5EF4-FFF2-40B4-BE49-F238E27FC236}">
                <a16:creationId xmlns:a16="http://schemas.microsoft.com/office/drawing/2014/main" id="{C4A198CB-E184-6266-9D43-9BFE575CFEDF}"/>
              </a:ext>
            </a:extLst>
          </p:cNvPr>
          <p:cNvSpPr>
            <a:spLocks noGrp="1"/>
          </p:cNvSpPr>
          <p:nvPr>
            <p:ph type="body" sz="quarter" idx="25"/>
          </p:nvPr>
        </p:nvSpPr>
        <p:spPr>
          <a:xfrm>
            <a:off x="8097350"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49" name="Text Placeholder 30">
            <a:extLst>
              <a:ext uri="{FF2B5EF4-FFF2-40B4-BE49-F238E27FC236}">
                <a16:creationId xmlns:a16="http://schemas.microsoft.com/office/drawing/2014/main" id="{E8698B52-FB70-A72E-D78D-CA176B9E9274}"/>
              </a:ext>
            </a:extLst>
          </p:cNvPr>
          <p:cNvSpPr>
            <a:spLocks noGrp="1"/>
          </p:cNvSpPr>
          <p:nvPr>
            <p:ph type="body" sz="quarter" idx="29" hasCustomPrompt="1"/>
          </p:nvPr>
        </p:nvSpPr>
        <p:spPr>
          <a:xfrm>
            <a:off x="9996592"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6" name="Text Placeholder 43">
            <a:extLst>
              <a:ext uri="{FF2B5EF4-FFF2-40B4-BE49-F238E27FC236}">
                <a16:creationId xmlns:a16="http://schemas.microsoft.com/office/drawing/2014/main" id="{4915718C-0352-5306-2873-FA4B3CEC050D}"/>
              </a:ext>
            </a:extLst>
          </p:cNvPr>
          <p:cNvSpPr>
            <a:spLocks noGrp="1"/>
          </p:cNvSpPr>
          <p:nvPr>
            <p:ph type="body" sz="quarter" idx="26"/>
          </p:nvPr>
        </p:nvSpPr>
        <p:spPr>
          <a:xfrm>
            <a:off x="9996592"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37" name="Text Placeholder 30">
            <a:extLst>
              <a:ext uri="{FF2B5EF4-FFF2-40B4-BE49-F238E27FC236}">
                <a16:creationId xmlns:a16="http://schemas.microsoft.com/office/drawing/2014/main" id="{4A7A2D0C-59FF-6E64-7E59-CB2DD2E4E9EF}"/>
              </a:ext>
            </a:extLst>
          </p:cNvPr>
          <p:cNvSpPr>
            <a:spLocks noGrp="1"/>
          </p:cNvSpPr>
          <p:nvPr>
            <p:ph type="body" sz="quarter" idx="19"/>
          </p:nvPr>
        </p:nvSpPr>
        <p:spPr>
          <a:xfrm>
            <a:off x="6210434" y="4813737"/>
            <a:ext cx="3530600" cy="291317"/>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0" name="Text Placeholder 39">
            <a:extLst>
              <a:ext uri="{FF2B5EF4-FFF2-40B4-BE49-F238E27FC236}">
                <a16:creationId xmlns:a16="http://schemas.microsoft.com/office/drawing/2014/main" id="{0B704EC8-58FF-EF26-C73A-793CB6E991F7}"/>
              </a:ext>
            </a:extLst>
          </p:cNvPr>
          <p:cNvSpPr>
            <a:spLocks noGrp="1"/>
          </p:cNvSpPr>
          <p:nvPr>
            <p:ph type="body" sz="quarter" idx="21"/>
          </p:nvPr>
        </p:nvSpPr>
        <p:spPr>
          <a:xfrm>
            <a:off x="6234113"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41" name="Text Placeholder 39">
            <a:extLst>
              <a:ext uri="{FF2B5EF4-FFF2-40B4-BE49-F238E27FC236}">
                <a16:creationId xmlns:a16="http://schemas.microsoft.com/office/drawing/2014/main" id="{D8261159-5E0A-9E29-FB01-E298D1EB21F3}"/>
              </a:ext>
            </a:extLst>
          </p:cNvPr>
          <p:cNvSpPr>
            <a:spLocks noGrp="1"/>
          </p:cNvSpPr>
          <p:nvPr>
            <p:ph type="body" sz="quarter" idx="22"/>
          </p:nvPr>
        </p:nvSpPr>
        <p:spPr>
          <a:xfrm>
            <a:off x="8113573"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8" name="Text Placeholder 30">
            <a:extLst>
              <a:ext uri="{FF2B5EF4-FFF2-40B4-BE49-F238E27FC236}">
                <a16:creationId xmlns:a16="http://schemas.microsoft.com/office/drawing/2014/main" id="{92698414-2769-0F62-8C6D-677E45CC565E}"/>
              </a:ext>
            </a:extLst>
          </p:cNvPr>
          <p:cNvSpPr>
            <a:spLocks noGrp="1"/>
          </p:cNvSpPr>
          <p:nvPr>
            <p:ph type="body" sz="quarter" idx="20"/>
          </p:nvPr>
        </p:nvSpPr>
        <p:spPr>
          <a:xfrm>
            <a:off x="9996592" y="4813737"/>
            <a:ext cx="1632246" cy="291317"/>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2" name="Text Placeholder 39">
            <a:extLst>
              <a:ext uri="{FF2B5EF4-FFF2-40B4-BE49-F238E27FC236}">
                <a16:creationId xmlns:a16="http://schemas.microsoft.com/office/drawing/2014/main" id="{0DB1A218-C29A-46F6-7AF4-00BDBD1315B6}"/>
              </a:ext>
            </a:extLst>
          </p:cNvPr>
          <p:cNvSpPr>
            <a:spLocks noGrp="1"/>
          </p:cNvSpPr>
          <p:nvPr>
            <p:ph type="body" sz="quarter" idx="23"/>
          </p:nvPr>
        </p:nvSpPr>
        <p:spPr>
          <a:xfrm>
            <a:off x="9996592"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2">
            <a:extLst>
              <a:ext uri="{FF2B5EF4-FFF2-40B4-BE49-F238E27FC236}">
                <a16:creationId xmlns:a16="http://schemas.microsoft.com/office/drawing/2014/main" id="{AE8E4323-CFF6-B391-006E-9EF76EE21BDA}"/>
              </a:ext>
              <a:ext uri="{C183D7F6-B498-43B3-948B-1728B52AA6E4}">
                <adec:decorative xmlns:adec="http://schemas.microsoft.com/office/drawing/2017/decorative" val="1"/>
              </a:ext>
            </a:extLst>
          </p:cNvPr>
          <p:cNvSpPr>
            <a:spLocks noGrp="1"/>
          </p:cNvSpPr>
          <p:nvPr>
            <p:ph type="ftr" sz="quarter" idx="10"/>
          </p:nvPr>
        </p:nvSpPr>
        <p:spPr>
          <a:xfrm>
            <a:off x="1645217" y="6503670"/>
            <a:ext cx="356616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B6B0CE59-FD96-EE8E-27DA-A04146B442BF}"/>
              </a:ext>
              <a:ext uri="{C183D7F6-B498-43B3-948B-1728B52AA6E4}">
                <adec:decorative xmlns:adec="http://schemas.microsoft.com/office/drawing/2017/decorative" val="1"/>
              </a:ext>
            </a:extLst>
          </p:cNvPr>
          <p:cNvSpPr>
            <a:spLocks noGrp="1"/>
          </p:cNvSpPr>
          <p:nvPr>
            <p:ph type="dt" sz="half" idx="11"/>
          </p:nvPr>
        </p:nvSpPr>
        <p:spPr/>
        <p:txBody>
          <a:bodyPr/>
          <a:lstStyle/>
          <a:p>
            <a:fld id="{EDCB7403-3BEC-41FB-8685-4356821C5A54}" type="datetimeyyyy">
              <a:rPr lang="en-US" smtClean="0"/>
              <a:t>2024</a:t>
            </a:fld>
            <a:endParaRPr lang="en-US"/>
          </a:p>
        </p:txBody>
      </p:sp>
      <p:sp>
        <p:nvSpPr>
          <p:cNvPr id="5" name="Slide Number Placeholder 4">
            <a:extLst>
              <a:ext uri="{FF2B5EF4-FFF2-40B4-BE49-F238E27FC236}">
                <a16:creationId xmlns:a16="http://schemas.microsoft.com/office/drawing/2014/main" id="{39ED4119-12F7-B9E8-8CF0-BABCFDC2002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grpSp>
        <p:nvGrpSpPr>
          <p:cNvPr id="11" name="Group 10">
            <a:extLst>
              <a:ext uri="{FF2B5EF4-FFF2-40B4-BE49-F238E27FC236}">
                <a16:creationId xmlns:a16="http://schemas.microsoft.com/office/drawing/2014/main" id="{ADB3A4BE-E023-45ED-6C03-48E3A23F2156}"/>
              </a:ext>
              <a:ext uri="{C183D7F6-B498-43B3-948B-1728B52AA6E4}">
                <adec:decorative xmlns:adec="http://schemas.microsoft.com/office/drawing/2017/decorative" val="1"/>
              </a:ext>
            </a:extLst>
          </p:cNvPr>
          <p:cNvGrpSpPr/>
          <p:nvPr userDrawn="1"/>
        </p:nvGrpSpPr>
        <p:grpSpPr>
          <a:xfrm>
            <a:off x="12443985" y="0"/>
            <a:ext cx="3077430" cy="6857996"/>
            <a:chOff x="12443985" y="0"/>
            <a:chExt cx="3077430" cy="6857996"/>
          </a:xfrm>
        </p:grpSpPr>
        <p:sp>
          <p:nvSpPr>
            <p:cNvPr id="12" name="Rectangle 11">
              <a:extLst>
                <a:ext uri="{FF2B5EF4-FFF2-40B4-BE49-F238E27FC236}">
                  <a16:creationId xmlns:a16="http://schemas.microsoft.com/office/drawing/2014/main" id="{D463F480-6E36-C09D-1F1A-44F2ACEF0455}"/>
                </a:ext>
              </a:extLst>
            </p:cNvPr>
            <p:cNvSpPr/>
            <p:nvPr/>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Shape Layout INSTRUCTIONS</a:t>
              </a:r>
            </a:p>
            <a:p>
              <a:pPr marL="174625" indent="-174625">
                <a:spcBef>
                  <a:spcPts val="1200"/>
                </a:spcBef>
                <a:buFont typeface="Avenir Next LT Pro" panose="020B0504020202020204" pitchFamily="34" charset="0"/>
                <a:buChar char="•"/>
              </a:pPr>
              <a:r>
                <a:rPr lang="en-US" sz="1000">
                  <a:solidFill>
                    <a:schemeClr val="bg1"/>
                  </a:solidFill>
                </a:rPr>
                <a:t>The colored shape on this layout is intended </a:t>
              </a:r>
              <a:br>
                <a:rPr lang="en-US" sz="1000">
                  <a:solidFill>
                    <a:schemeClr val="bg1"/>
                  </a:solidFill>
                </a:rPr>
              </a:br>
              <a:r>
                <a:rPr lang="en-US" sz="1000">
                  <a:solidFill>
                    <a:schemeClr val="bg1"/>
                  </a:solidFill>
                </a:rPr>
                <a:t>to add some fun and interest to the slide. </a:t>
              </a:r>
            </a:p>
            <a:p>
              <a:pPr marL="174625" indent="-174625">
                <a:spcBef>
                  <a:spcPts val="1200"/>
                </a:spcBef>
                <a:buFont typeface="Avenir Next LT Pro" panose="020B0504020202020204" pitchFamily="34" charset="0"/>
                <a:buChar char="•"/>
              </a:pPr>
              <a:r>
                <a:rPr lang="en-US" sz="1000">
                  <a:solidFill>
                    <a:schemeClr val="bg1"/>
                  </a:solidFill>
                </a:rPr>
                <a:t>The shape is optional. Remove it by selecting and hitting delete. </a:t>
              </a:r>
            </a:p>
            <a:p>
              <a:pPr marL="174625" indent="-174625">
                <a:spcBef>
                  <a:spcPts val="1200"/>
                </a:spcBef>
                <a:buFont typeface="Avenir Next LT Pro" panose="020B0504020202020204" pitchFamily="34" charset="0"/>
                <a:buChar char="•"/>
              </a:pPr>
              <a:r>
                <a:rPr lang="en-US" sz="1000">
                  <a:solidFill>
                    <a:schemeClr val="bg1"/>
                  </a:solidFill>
                </a:rPr>
                <a:t>Change the color by selecting it and </a:t>
              </a:r>
              <a:br>
                <a:rPr lang="en-US" sz="1000">
                  <a:solidFill>
                    <a:schemeClr val="bg1"/>
                  </a:solidFill>
                </a:rPr>
              </a:br>
              <a:r>
                <a:rPr lang="en-US" sz="1000">
                  <a:solidFill>
                    <a:schemeClr val="bg1"/>
                  </a:solidFill>
                </a:rPr>
                <a:t>choosing a new color from the theme row </a:t>
              </a:r>
              <a:br>
                <a:rPr lang="en-US" sz="1000">
                  <a:solidFill>
                    <a:schemeClr val="bg1"/>
                  </a:solidFill>
                </a:rPr>
              </a:br>
              <a:r>
                <a:rPr lang="en-US" sz="1000">
                  <a:solidFill>
                    <a:schemeClr val="bg1"/>
                  </a:solidFill>
                </a:rPr>
                <a:t>of the Fill Palette, Accents 1 – 6.</a:t>
              </a: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marL="174625" indent="-174625">
                <a:spcBef>
                  <a:spcPts val="1200"/>
                </a:spcBef>
                <a:buFont typeface="Avenir Next LT Pro" panose="020B0504020202020204" pitchFamily="34" charset="0"/>
                <a:buChar char="•"/>
              </a:pPr>
              <a:endParaRPr lang="en-US" sz="1000">
                <a:solidFill>
                  <a:schemeClr val="bg1"/>
                </a:solidFill>
              </a:endParaRPr>
            </a:p>
            <a:p>
              <a:pPr>
                <a:spcBef>
                  <a:spcPts val="1200"/>
                </a:spcBef>
              </a:pPr>
              <a:endParaRPr lang="en-US" sz="1000">
                <a:solidFill>
                  <a:schemeClr val="bg1"/>
                </a:solidFill>
              </a:endParaRPr>
            </a:p>
            <a:p>
              <a:pPr marL="174625" indent="-174625">
                <a:spcBef>
                  <a:spcPts val="1200"/>
                </a:spcBef>
                <a:buFont typeface="Avenir Next LT Pro" panose="020B0504020202020204" pitchFamily="34" charset="0"/>
                <a:buChar char="•"/>
              </a:pPr>
              <a:r>
                <a:rPr lang="en-US" sz="1000">
                  <a:solidFill>
                    <a:schemeClr val="bg1"/>
                  </a:solidFill>
                </a:rPr>
                <a:t>The background shape should always sit behind the other elements on the slide. </a:t>
              </a:r>
              <a:br>
                <a:rPr lang="en-US" sz="1000">
                  <a:solidFill>
                    <a:schemeClr val="bg1"/>
                  </a:solidFill>
                </a:rPr>
              </a:br>
              <a:r>
                <a:rPr lang="en-US" sz="1000">
                  <a:solidFill>
                    <a:schemeClr val="bg1"/>
                  </a:solidFill>
                </a:rPr>
                <a:t>If an image placeholder exists on the same layout, once you add the image you may have to select it and use Arrange &gt; Send to Back.</a:t>
              </a:r>
            </a:p>
          </p:txBody>
        </p:sp>
        <p:grpSp>
          <p:nvGrpSpPr>
            <p:cNvPr id="13" name="Group 12">
              <a:extLst>
                <a:ext uri="{FF2B5EF4-FFF2-40B4-BE49-F238E27FC236}">
                  <a16:creationId xmlns:a16="http://schemas.microsoft.com/office/drawing/2014/main" id="{935147BE-B9CA-F188-DFF1-CBA80ECB3619}"/>
                </a:ext>
              </a:extLst>
            </p:cNvPr>
            <p:cNvGrpSpPr/>
            <p:nvPr/>
          </p:nvGrpSpPr>
          <p:grpSpPr>
            <a:xfrm>
              <a:off x="13142686" y="1954129"/>
              <a:ext cx="1455058" cy="864391"/>
              <a:chOff x="12700000" y="2008563"/>
              <a:chExt cx="2565400" cy="1524000"/>
            </a:xfrm>
          </p:grpSpPr>
          <p:pic>
            <p:nvPicPr>
              <p:cNvPr id="14" name="Picture 13" descr="A picture containing table&#10;&#10;Description automatically generated">
                <a:extLst>
                  <a:ext uri="{FF2B5EF4-FFF2-40B4-BE49-F238E27FC236}">
                    <a16:creationId xmlns:a16="http://schemas.microsoft.com/office/drawing/2014/main" id="{EE5D16D7-149C-AF9A-51C7-F323F6D57D0A}"/>
                  </a:ext>
                </a:extLst>
              </p:cNvPr>
              <p:cNvPicPr>
                <a:picLocks noChangeAspect="1"/>
              </p:cNvPicPr>
              <p:nvPr/>
            </p:nvPicPr>
            <p:blipFill>
              <a:blip r:embed="rId2"/>
              <a:stretch>
                <a:fillRect/>
              </a:stretch>
            </p:blipFill>
            <p:spPr>
              <a:xfrm>
                <a:off x="12700000" y="2008563"/>
                <a:ext cx="2565400" cy="1524000"/>
              </a:xfrm>
              <a:prstGeom prst="rect">
                <a:avLst/>
              </a:prstGeom>
            </p:spPr>
          </p:pic>
          <p:sp>
            <p:nvSpPr>
              <p:cNvPr id="15" name="Rectangle 14">
                <a:extLst>
                  <a:ext uri="{FF2B5EF4-FFF2-40B4-BE49-F238E27FC236}">
                    <a16:creationId xmlns:a16="http://schemas.microsoft.com/office/drawing/2014/main" id="{384E7AD4-673C-571E-38F6-2062D21CE2F2}"/>
                  </a:ext>
                </a:extLst>
              </p:cNvPr>
              <p:cNvSpPr/>
              <p:nvPr/>
            </p:nvSpPr>
            <p:spPr>
              <a:xfrm>
                <a:off x="13751667" y="3197157"/>
                <a:ext cx="1455907" cy="3354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grpSp>
    </p:spTree>
    <p:extLst>
      <p:ext uri="{BB962C8B-B14F-4D97-AF65-F5344CB8AC3E}">
        <p14:creationId xmlns:p14="http://schemas.microsoft.com/office/powerpoint/2010/main" val="38044533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ient Story 2">
    <p:spTree>
      <p:nvGrpSpPr>
        <p:cNvPr id="1" name=""/>
        <p:cNvGrpSpPr/>
        <p:nvPr/>
      </p:nvGrpSpPr>
      <p:grpSpPr>
        <a:xfrm>
          <a:off x="0" y="0"/>
          <a:ext cx="0" cy="0"/>
          <a:chOff x="0" y="0"/>
          <a:chExt cx="0" cy="0"/>
        </a:xfrm>
      </p:grpSpPr>
      <p:sp>
        <p:nvSpPr>
          <p:cNvPr id="24" name="Picture Placeholder 25">
            <a:extLst>
              <a:ext uri="{FF2B5EF4-FFF2-40B4-BE49-F238E27FC236}">
                <a16:creationId xmlns:a16="http://schemas.microsoft.com/office/drawing/2014/main" id="{F59290A7-70C3-BCB6-9242-671EA21CA209}"/>
              </a:ext>
              <a:ext uri="{C183D7F6-B498-43B3-948B-1728B52AA6E4}">
                <adec:decorative xmlns:adec="http://schemas.microsoft.com/office/drawing/2017/decorative" val="1"/>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25" name="Title 1">
            <a:extLst>
              <a:ext uri="{FF2B5EF4-FFF2-40B4-BE49-F238E27FC236}">
                <a16:creationId xmlns:a16="http://schemas.microsoft.com/office/drawing/2014/main" id="{6BFB49F6-16B3-E139-059A-7C11BD17D22E}"/>
              </a:ext>
            </a:extLst>
          </p:cNvPr>
          <p:cNvSpPr>
            <a:spLocks noGrp="1"/>
          </p:cNvSpPr>
          <p:nvPr>
            <p:ph type="title"/>
          </p:nvPr>
        </p:nvSpPr>
        <p:spPr>
          <a:xfrm>
            <a:off x="571499" y="1231650"/>
            <a:ext cx="7285037" cy="837180"/>
          </a:xfrm>
        </p:spPr>
        <p:txBody>
          <a:bodyPr/>
          <a:lstStyle/>
          <a:p>
            <a:r>
              <a:rPr lang="en-US"/>
              <a:t>Click to edit Master title style</a:t>
            </a:r>
          </a:p>
        </p:txBody>
      </p:sp>
      <p:sp>
        <p:nvSpPr>
          <p:cNvPr id="21" name="Text Placeholder 11">
            <a:extLst>
              <a:ext uri="{FF2B5EF4-FFF2-40B4-BE49-F238E27FC236}">
                <a16:creationId xmlns:a16="http://schemas.microsoft.com/office/drawing/2014/main" id="{18AE4E22-5B33-79E7-C09D-EBD831947CE2}"/>
              </a:ext>
            </a:extLst>
          </p:cNvPr>
          <p:cNvSpPr>
            <a:spLocks noGrp="1"/>
          </p:cNvSpPr>
          <p:nvPr>
            <p:ph type="body" sz="quarter" idx="36"/>
          </p:nvPr>
        </p:nvSpPr>
        <p:spPr>
          <a:xfrm>
            <a:off x="571500" y="2286000"/>
            <a:ext cx="72898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6" name="Text Placeholder 44">
            <a:extLst>
              <a:ext uri="{FF2B5EF4-FFF2-40B4-BE49-F238E27FC236}">
                <a16:creationId xmlns:a16="http://schemas.microsoft.com/office/drawing/2014/main" id="{73BC812E-69B3-4089-6A8B-56A5EEB81FA4}"/>
              </a:ext>
            </a:extLst>
          </p:cNvPr>
          <p:cNvSpPr>
            <a:spLocks noGrp="1"/>
          </p:cNvSpPr>
          <p:nvPr>
            <p:ph type="body" sz="quarter" idx="23"/>
          </p:nvPr>
        </p:nvSpPr>
        <p:spPr>
          <a:xfrm>
            <a:off x="571497" y="2933700"/>
            <a:ext cx="2580469" cy="2728729"/>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34">
            <a:extLst>
              <a:ext uri="{FF2B5EF4-FFF2-40B4-BE49-F238E27FC236}">
                <a16:creationId xmlns:a16="http://schemas.microsoft.com/office/drawing/2014/main" id="{94E6D2A2-8162-13F6-769C-E5F56A7809D2}"/>
              </a:ext>
            </a:extLst>
          </p:cNvPr>
          <p:cNvSpPr>
            <a:spLocks noGrp="1"/>
          </p:cNvSpPr>
          <p:nvPr>
            <p:ph type="body" sz="quarter" idx="17"/>
          </p:nvPr>
        </p:nvSpPr>
        <p:spPr>
          <a:xfrm>
            <a:off x="571499" y="5879600"/>
            <a:ext cx="2580467" cy="406900"/>
          </a:xfrm>
        </p:spPr>
        <p:txBody>
          <a:bodyPr/>
          <a:lstStyle>
            <a:lvl1pPr marL="0" indent="0">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7" name="Text Placeholder 34">
            <a:extLst>
              <a:ext uri="{FF2B5EF4-FFF2-40B4-BE49-F238E27FC236}">
                <a16:creationId xmlns:a16="http://schemas.microsoft.com/office/drawing/2014/main" id="{ACDD6796-4F48-7418-E2AA-C8C07F1A1401}"/>
              </a:ext>
            </a:extLst>
          </p:cNvPr>
          <p:cNvSpPr>
            <a:spLocks noGrp="1"/>
          </p:cNvSpPr>
          <p:nvPr>
            <p:ph type="body" sz="quarter" idx="30" hasCustomPrompt="1"/>
          </p:nvPr>
        </p:nvSpPr>
        <p:spPr>
          <a:xfrm>
            <a:off x="3390898" y="4120154"/>
            <a:ext cx="1651002"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Client</a:t>
            </a:r>
          </a:p>
        </p:txBody>
      </p:sp>
      <p:sp>
        <p:nvSpPr>
          <p:cNvPr id="42" name="Text Placeholder 44">
            <a:extLst>
              <a:ext uri="{FF2B5EF4-FFF2-40B4-BE49-F238E27FC236}">
                <a16:creationId xmlns:a16="http://schemas.microsoft.com/office/drawing/2014/main" id="{3C51105F-338A-E1AF-3049-2AFD1F66BBF5}"/>
              </a:ext>
            </a:extLst>
          </p:cNvPr>
          <p:cNvSpPr>
            <a:spLocks noGrp="1"/>
          </p:cNvSpPr>
          <p:nvPr>
            <p:ph type="body" sz="quarter" idx="33"/>
          </p:nvPr>
        </p:nvSpPr>
        <p:spPr>
          <a:xfrm>
            <a:off x="3390900" y="4475720"/>
            <a:ext cx="1651000"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34">
            <a:extLst>
              <a:ext uri="{FF2B5EF4-FFF2-40B4-BE49-F238E27FC236}">
                <a16:creationId xmlns:a16="http://schemas.microsoft.com/office/drawing/2014/main" id="{E07C5E31-361F-AAF7-02FF-F08D52AB59C5}"/>
              </a:ext>
            </a:extLst>
          </p:cNvPr>
          <p:cNvSpPr>
            <a:spLocks noGrp="1"/>
          </p:cNvSpPr>
          <p:nvPr>
            <p:ph type="body" sz="quarter" idx="31" hasCustomPrompt="1"/>
          </p:nvPr>
        </p:nvSpPr>
        <p:spPr>
          <a:xfrm>
            <a:off x="5280833" y="4120154"/>
            <a:ext cx="1640665"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Solutions</a:t>
            </a:r>
          </a:p>
        </p:txBody>
      </p:sp>
      <p:sp>
        <p:nvSpPr>
          <p:cNvPr id="43" name="Text Placeholder 44">
            <a:extLst>
              <a:ext uri="{FF2B5EF4-FFF2-40B4-BE49-F238E27FC236}">
                <a16:creationId xmlns:a16="http://schemas.microsoft.com/office/drawing/2014/main" id="{1D47B2D7-00E0-B307-8968-8B1BBB9A731A}"/>
              </a:ext>
            </a:extLst>
          </p:cNvPr>
          <p:cNvSpPr>
            <a:spLocks noGrp="1"/>
          </p:cNvSpPr>
          <p:nvPr>
            <p:ph type="body" sz="quarter" idx="34"/>
          </p:nvPr>
        </p:nvSpPr>
        <p:spPr>
          <a:xfrm>
            <a:off x="5280833" y="4475720"/>
            <a:ext cx="1640665"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34">
            <a:extLst>
              <a:ext uri="{FF2B5EF4-FFF2-40B4-BE49-F238E27FC236}">
                <a16:creationId xmlns:a16="http://schemas.microsoft.com/office/drawing/2014/main" id="{6F11AF7D-BDD0-BFDF-381B-A735A532C03F}"/>
              </a:ext>
            </a:extLst>
          </p:cNvPr>
          <p:cNvSpPr>
            <a:spLocks noGrp="1"/>
          </p:cNvSpPr>
          <p:nvPr>
            <p:ph type="body" sz="quarter" idx="32" hasCustomPrompt="1"/>
          </p:nvPr>
        </p:nvSpPr>
        <p:spPr>
          <a:xfrm>
            <a:off x="7160431" y="4120154"/>
            <a:ext cx="929469"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Platforms</a:t>
            </a:r>
          </a:p>
        </p:txBody>
      </p:sp>
      <p:sp>
        <p:nvSpPr>
          <p:cNvPr id="44" name="Text Placeholder 44">
            <a:extLst>
              <a:ext uri="{FF2B5EF4-FFF2-40B4-BE49-F238E27FC236}">
                <a16:creationId xmlns:a16="http://schemas.microsoft.com/office/drawing/2014/main" id="{2ECA239D-3E9B-FCA2-9CB4-5381EB0158C4}"/>
              </a:ext>
            </a:extLst>
          </p:cNvPr>
          <p:cNvSpPr>
            <a:spLocks noGrp="1"/>
          </p:cNvSpPr>
          <p:nvPr>
            <p:ph type="body" sz="quarter" idx="35"/>
          </p:nvPr>
        </p:nvSpPr>
        <p:spPr>
          <a:xfrm>
            <a:off x="7160431" y="4475720"/>
            <a:ext cx="929469"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p:txBody>
      </p:sp>
      <p:sp>
        <p:nvSpPr>
          <p:cNvPr id="29" name="Picture Placeholder 28">
            <a:extLst>
              <a:ext uri="{FF2B5EF4-FFF2-40B4-BE49-F238E27FC236}">
                <a16:creationId xmlns:a16="http://schemas.microsoft.com/office/drawing/2014/main" id="{B9BF247E-8504-5753-EE74-89AEB4906F9D}"/>
              </a:ext>
              <a:ext uri="{C183D7F6-B498-43B3-948B-1728B52AA6E4}">
                <adec:decorative xmlns:adec="http://schemas.microsoft.com/office/drawing/2017/decorative" val="0"/>
              </a:ext>
            </a:extLst>
          </p:cNvPr>
          <p:cNvSpPr>
            <a:spLocks noGrp="1"/>
          </p:cNvSpPr>
          <p:nvPr>
            <p:ph type="pic" sz="quarter" idx="24"/>
          </p:nvPr>
        </p:nvSpPr>
        <p:spPr>
          <a:xfrm>
            <a:off x="9029700" y="0"/>
            <a:ext cx="3162300" cy="68580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30036C98-D224-33A5-CA57-A6B814AF24E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D98ABE0-084B-6499-BF82-44BC2D53157A}"/>
              </a:ext>
              <a:ext uri="{C183D7F6-B498-43B3-948B-1728B52AA6E4}">
                <adec:decorative xmlns:adec="http://schemas.microsoft.com/office/drawing/2017/decorative" val="1"/>
              </a:ext>
            </a:extLst>
          </p:cNvPr>
          <p:cNvSpPr>
            <a:spLocks noGrp="1"/>
          </p:cNvSpPr>
          <p:nvPr>
            <p:ph type="dt" sz="half" idx="11"/>
          </p:nvPr>
        </p:nvSpPr>
        <p:spPr/>
        <p:txBody>
          <a:bodyPr/>
          <a:lstStyle/>
          <a:p>
            <a:fld id="{00B13694-B473-4F5E-AED6-34957C909A7E}" type="datetimeyyyy">
              <a:rPr lang="en-US" smtClean="0"/>
              <a:t>2024</a:t>
            </a:fld>
            <a:endParaRPr lang="en-US"/>
          </a:p>
        </p:txBody>
      </p:sp>
      <p:sp>
        <p:nvSpPr>
          <p:cNvPr id="5" name="Slide Number Placeholder 4">
            <a:extLst>
              <a:ext uri="{FF2B5EF4-FFF2-40B4-BE49-F238E27FC236}">
                <a16:creationId xmlns:a16="http://schemas.microsoft.com/office/drawing/2014/main" id="{A6DCA947-6913-4ED0-3265-B85B85E39F5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3910438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lient Story 3">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C9CB0EF8-9739-A055-6227-C4FEE56D4D34}"/>
              </a:ext>
              <a:ext uri="{C183D7F6-B498-43B3-948B-1728B52AA6E4}">
                <adec:decorative xmlns:adec="http://schemas.microsoft.com/office/drawing/2017/decorative" val="1"/>
              </a:ext>
            </a:extLst>
          </p:cNvPr>
          <p:cNvCxnSpPr>
            <a:cxnSpLocks/>
          </p:cNvCxnSpPr>
          <p:nvPr userDrawn="1"/>
        </p:nvCxnSpPr>
        <p:spPr>
          <a:xfrm>
            <a:off x="8108325"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7D55FC2-FC25-1311-881D-EDCDC483EDA3}"/>
              </a:ext>
              <a:ext uri="{C183D7F6-B498-43B3-948B-1728B52AA6E4}">
                <adec:decorative xmlns:adec="http://schemas.microsoft.com/office/drawing/2017/decorative" val="1"/>
              </a:ext>
            </a:extLst>
          </p:cNvPr>
          <p:cNvCxnSpPr>
            <a:cxnSpLocks/>
          </p:cNvCxnSpPr>
          <p:nvPr userDrawn="1"/>
        </p:nvCxnSpPr>
        <p:spPr>
          <a:xfrm>
            <a:off x="4352104"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E696873-FEE2-1010-2D15-2DBB91737768}"/>
              </a:ext>
              <a:ext uri="{C183D7F6-B498-43B3-948B-1728B52AA6E4}">
                <adec:decorative xmlns:adec="http://schemas.microsoft.com/office/drawing/2017/decorative" val="1"/>
              </a:ext>
            </a:extLst>
          </p:cNvPr>
          <p:cNvCxnSpPr>
            <a:cxnSpLocks/>
          </p:cNvCxnSpPr>
          <p:nvPr userDrawn="1"/>
        </p:nvCxnSpPr>
        <p:spPr>
          <a:xfrm>
            <a:off x="566117"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D2A5FE9-2E1A-216D-06E0-296FEF7A788B}"/>
              </a:ext>
              <a:ext uri="{C183D7F6-B498-43B3-948B-1728B52AA6E4}">
                <adec:decorative xmlns:adec="http://schemas.microsoft.com/office/drawing/2017/decorative" val="1"/>
              </a:ext>
            </a:extLst>
          </p:cNvPr>
          <p:cNvCxnSpPr>
            <a:cxnSpLocks/>
          </p:cNvCxnSpPr>
          <p:nvPr userDrawn="1"/>
        </p:nvCxnSpPr>
        <p:spPr>
          <a:xfrm>
            <a:off x="566114"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25">
            <a:extLst>
              <a:ext uri="{FF2B5EF4-FFF2-40B4-BE49-F238E27FC236}">
                <a16:creationId xmlns:a16="http://schemas.microsoft.com/office/drawing/2014/main" id="{F5297918-2D87-A118-7987-B9798671E86E}"/>
              </a:ext>
              <a:ext uri="{C183D7F6-B498-43B3-948B-1728B52AA6E4}">
                <adec:decorative xmlns:adec="http://schemas.microsoft.com/office/drawing/2017/decorative" val="0"/>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31" name="Picture Placeholder 28">
            <a:extLst>
              <a:ext uri="{FF2B5EF4-FFF2-40B4-BE49-F238E27FC236}">
                <a16:creationId xmlns:a16="http://schemas.microsoft.com/office/drawing/2014/main" id="{13B4D4E1-343E-CB7D-C5C7-EF29CD8A7C89}"/>
              </a:ext>
              <a:ext uri="{C183D7F6-B498-43B3-948B-1728B52AA6E4}">
                <adec:decorative xmlns:adec="http://schemas.microsoft.com/office/drawing/2017/decorative" val="0"/>
              </a:ext>
            </a:extLst>
          </p:cNvPr>
          <p:cNvSpPr>
            <a:spLocks noGrp="1"/>
          </p:cNvSpPr>
          <p:nvPr>
            <p:ph type="pic" sz="quarter" idx="14"/>
          </p:nvPr>
        </p:nvSpPr>
        <p:spPr>
          <a:xfrm>
            <a:off x="6234818" y="583692"/>
            <a:ext cx="5403684" cy="1489882"/>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30" name="Title 1">
            <a:extLst>
              <a:ext uri="{FF2B5EF4-FFF2-40B4-BE49-F238E27FC236}">
                <a16:creationId xmlns:a16="http://schemas.microsoft.com/office/drawing/2014/main" id="{F52ABCF0-0F8D-82C1-53AA-ED3504C63710}"/>
              </a:ext>
            </a:extLst>
          </p:cNvPr>
          <p:cNvSpPr>
            <a:spLocks noGrp="1"/>
          </p:cNvSpPr>
          <p:nvPr>
            <p:ph type="title"/>
          </p:nvPr>
        </p:nvSpPr>
        <p:spPr>
          <a:xfrm>
            <a:off x="571499" y="1232328"/>
            <a:ext cx="4699001" cy="841248"/>
          </a:xfrm>
        </p:spPr>
        <p:txBody>
          <a:bodyPr/>
          <a:lstStyle/>
          <a:p>
            <a:r>
              <a:rPr lang="en-US"/>
              <a:t>Click to edit Master title style</a:t>
            </a:r>
          </a:p>
        </p:txBody>
      </p:sp>
      <p:sp>
        <p:nvSpPr>
          <p:cNvPr id="40" name="Text Placeholder 11">
            <a:extLst>
              <a:ext uri="{FF2B5EF4-FFF2-40B4-BE49-F238E27FC236}">
                <a16:creationId xmlns:a16="http://schemas.microsoft.com/office/drawing/2014/main" id="{DD7FD1ED-F16A-B697-16F7-D41D3060C301}"/>
              </a:ext>
            </a:extLst>
          </p:cNvPr>
          <p:cNvSpPr>
            <a:spLocks noGrp="1"/>
          </p:cNvSpPr>
          <p:nvPr>
            <p:ph type="body" sz="quarter" idx="35"/>
          </p:nvPr>
        </p:nvSpPr>
        <p:spPr>
          <a:xfrm>
            <a:off x="571500" y="2286000"/>
            <a:ext cx="4699000" cy="457200"/>
          </a:xfrm>
        </p:spPr>
        <p:txBody>
          <a:bodyPr/>
          <a:lstStyle>
            <a:lvl1pPr marL="0" indent="0">
              <a:lnSpc>
                <a:spcPct val="90000"/>
              </a:lnSpc>
              <a:buNone/>
              <a:defRPr sz="14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2" name="Text Placeholder 34">
            <a:extLst>
              <a:ext uri="{FF2B5EF4-FFF2-40B4-BE49-F238E27FC236}">
                <a16:creationId xmlns:a16="http://schemas.microsoft.com/office/drawing/2014/main" id="{4E47228C-5915-0FE3-0377-2D713CBC7338}"/>
              </a:ext>
            </a:extLst>
          </p:cNvPr>
          <p:cNvSpPr>
            <a:spLocks noGrp="1"/>
          </p:cNvSpPr>
          <p:nvPr>
            <p:ph type="body" sz="quarter" idx="30" hasCustomPrompt="1"/>
          </p:nvPr>
        </p:nvSpPr>
        <p:spPr>
          <a:xfrm>
            <a:off x="571500"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Why</a:t>
            </a:r>
          </a:p>
        </p:txBody>
      </p:sp>
      <p:sp>
        <p:nvSpPr>
          <p:cNvPr id="35" name="Text Placeholder 44">
            <a:extLst>
              <a:ext uri="{FF2B5EF4-FFF2-40B4-BE49-F238E27FC236}">
                <a16:creationId xmlns:a16="http://schemas.microsoft.com/office/drawing/2014/main" id="{625A3377-53FB-6855-BDCA-183857C094D6}"/>
              </a:ext>
            </a:extLst>
          </p:cNvPr>
          <p:cNvSpPr>
            <a:spLocks noGrp="1"/>
          </p:cNvSpPr>
          <p:nvPr>
            <p:ph type="body" sz="quarter" idx="23"/>
          </p:nvPr>
        </p:nvSpPr>
        <p:spPr>
          <a:xfrm>
            <a:off x="571497" y="3329837"/>
            <a:ext cx="2814017" cy="2332591"/>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ext Placeholder 34">
            <a:extLst>
              <a:ext uri="{FF2B5EF4-FFF2-40B4-BE49-F238E27FC236}">
                <a16:creationId xmlns:a16="http://schemas.microsoft.com/office/drawing/2014/main" id="{DCFEDDC6-F8EC-0D1A-7A95-4857D03A9E6C}"/>
              </a:ext>
            </a:extLst>
          </p:cNvPr>
          <p:cNvSpPr>
            <a:spLocks noGrp="1"/>
          </p:cNvSpPr>
          <p:nvPr>
            <p:ph type="body" sz="quarter" idx="31" hasCustomPrompt="1"/>
          </p:nvPr>
        </p:nvSpPr>
        <p:spPr>
          <a:xfrm>
            <a:off x="4337317"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What</a:t>
            </a:r>
          </a:p>
        </p:txBody>
      </p:sp>
      <p:sp>
        <p:nvSpPr>
          <p:cNvPr id="37" name="Text Placeholder 44">
            <a:extLst>
              <a:ext uri="{FF2B5EF4-FFF2-40B4-BE49-F238E27FC236}">
                <a16:creationId xmlns:a16="http://schemas.microsoft.com/office/drawing/2014/main" id="{95D00069-6290-0029-DA84-7D4F4C201387}"/>
              </a:ext>
            </a:extLst>
          </p:cNvPr>
          <p:cNvSpPr>
            <a:spLocks noGrp="1"/>
          </p:cNvSpPr>
          <p:nvPr>
            <p:ph type="body" sz="quarter" idx="33"/>
          </p:nvPr>
        </p:nvSpPr>
        <p:spPr>
          <a:xfrm>
            <a:off x="4337317" y="3329838"/>
            <a:ext cx="2814017" cy="2956662"/>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4">
            <a:extLst>
              <a:ext uri="{FF2B5EF4-FFF2-40B4-BE49-F238E27FC236}">
                <a16:creationId xmlns:a16="http://schemas.microsoft.com/office/drawing/2014/main" id="{99E42E70-6B26-F41D-4C4C-973CF011A7CD}"/>
              </a:ext>
            </a:extLst>
          </p:cNvPr>
          <p:cNvSpPr>
            <a:spLocks noGrp="1"/>
          </p:cNvSpPr>
          <p:nvPr>
            <p:ph type="body" sz="quarter" idx="32" hasCustomPrompt="1"/>
          </p:nvPr>
        </p:nvSpPr>
        <p:spPr>
          <a:xfrm>
            <a:off x="8098994"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Wow</a:t>
            </a:r>
          </a:p>
        </p:txBody>
      </p:sp>
      <p:sp>
        <p:nvSpPr>
          <p:cNvPr id="38" name="Text Placeholder 44">
            <a:extLst>
              <a:ext uri="{FF2B5EF4-FFF2-40B4-BE49-F238E27FC236}">
                <a16:creationId xmlns:a16="http://schemas.microsoft.com/office/drawing/2014/main" id="{5F1C306B-6778-A862-057F-A596F5708323}"/>
              </a:ext>
            </a:extLst>
          </p:cNvPr>
          <p:cNvSpPr>
            <a:spLocks noGrp="1"/>
          </p:cNvSpPr>
          <p:nvPr>
            <p:ph type="body" sz="quarter" idx="34"/>
          </p:nvPr>
        </p:nvSpPr>
        <p:spPr>
          <a:xfrm>
            <a:off x="8098994" y="3329838"/>
            <a:ext cx="2814017" cy="2956662"/>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34">
            <a:extLst>
              <a:ext uri="{FF2B5EF4-FFF2-40B4-BE49-F238E27FC236}">
                <a16:creationId xmlns:a16="http://schemas.microsoft.com/office/drawing/2014/main" id="{C41AABE2-EE86-8EE5-B351-2F0D94AC111B}"/>
              </a:ext>
            </a:extLst>
          </p:cNvPr>
          <p:cNvSpPr>
            <a:spLocks noGrp="1"/>
          </p:cNvSpPr>
          <p:nvPr>
            <p:ph type="body" sz="quarter" idx="17"/>
          </p:nvPr>
        </p:nvSpPr>
        <p:spPr>
          <a:xfrm>
            <a:off x="571500" y="5879600"/>
            <a:ext cx="2231134" cy="406900"/>
          </a:xfrm>
        </p:spPr>
        <p:txBody>
          <a:bodyPr/>
          <a:lstStyle>
            <a:lvl1pPr marL="0" indent="0">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 name="Footer Placeholder 2">
            <a:extLst>
              <a:ext uri="{FF2B5EF4-FFF2-40B4-BE49-F238E27FC236}">
                <a16:creationId xmlns:a16="http://schemas.microsoft.com/office/drawing/2014/main" id="{0D75BED6-89F2-2FE6-C8BB-DCF2CF86042E}"/>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0B703584-C487-B34F-2B5C-F9A9969CD5E8}"/>
              </a:ext>
              <a:ext uri="{C183D7F6-B498-43B3-948B-1728B52AA6E4}">
                <adec:decorative xmlns:adec="http://schemas.microsoft.com/office/drawing/2017/decorative" val="1"/>
              </a:ext>
            </a:extLst>
          </p:cNvPr>
          <p:cNvSpPr>
            <a:spLocks noGrp="1"/>
          </p:cNvSpPr>
          <p:nvPr>
            <p:ph type="dt" sz="half" idx="11"/>
          </p:nvPr>
        </p:nvSpPr>
        <p:spPr/>
        <p:txBody>
          <a:bodyPr/>
          <a:lstStyle/>
          <a:p>
            <a:fld id="{C99E96F2-1A31-48EF-9DB9-7D559E5AC5CD}" type="datetimeyyyy">
              <a:rPr lang="en-US" smtClean="0"/>
              <a:t>2024</a:t>
            </a:fld>
            <a:endParaRPr lang="en-US"/>
          </a:p>
        </p:txBody>
      </p:sp>
      <p:sp>
        <p:nvSpPr>
          <p:cNvPr id="5" name="Slide Number Placeholder 4">
            <a:extLst>
              <a:ext uri="{FF2B5EF4-FFF2-40B4-BE49-F238E27FC236}">
                <a16:creationId xmlns:a16="http://schemas.microsoft.com/office/drawing/2014/main" id="{9BEFD26E-5268-A28D-B7DC-884BB2EB825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7061479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sultant Profile">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E4F88508-6093-78DA-EC40-1090B8A18CE5}"/>
              </a:ext>
              <a:ext uri="{C183D7F6-B498-43B3-948B-1728B52AA6E4}">
                <adec:decorative xmlns:adec="http://schemas.microsoft.com/office/drawing/2017/decorative" val="1"/>
              </a:ext>
            </a:extLst>
          </p:cNvPr>
          <p:cNvSpPr>
            <a:spLocks noGrp="1"/>
          </p:cNvSpPr>
          <p:nvPr>
            <p:ph type="pic" sz="quarter" idx="13"/>
          </p:nvPr>
        </p:nvSpPr>
        <p:spPr>
          <a:xfrm>
            <a:off x="571501" y="571500"/>
            <a:ext cx="1865376" cy="1865376"/>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a:lvl1pPr>
          </a:lstStyle>
          <a:p>
            <a:r>
              <a:rPr lang="en-US"/>
              <a:t>Click icon to add picture</a:t>
            </a:r>
          </a:p>
        </p:txBody>
      </p:sp>
      <p:sp>
        <p:nvSpPr>
          <p:cNvPr id="2" name="Title 1">
            <a:extLst>
              <a:ext uri="{FF2B5EF4-FFF2-40B4-BE49-F238E27FC236}">
                <a16:creationId xmlns:a16="http://schemas.microsoft.com/office/drawing/2014/main" id="{6E54A77A-3D12-63EA-66F3-ED1B3850380D}"/>
              </a:ext>
            </a:extLst>
          </p:cNvPr>
          <p:cNvSpPr>
            <a:spLocks noGrp="1"/>
          </p:cNvSpPr>
          <p:nvPr>
            <p:ph type="title" hasCustomPrompt="1"/>
          </p:nvPr>
        </p:nvSpPr>
        <p:spPr>
          <a:xfrm>
            <a:off x="567943" y="2741195"/>
            <a:ext cx="3740914" cy="990600"/>
          </a:xfrm>
        </p:spPr>
        <p:txBody>
          <a:bodyPr anchor="b"/>
          <a:lstStyle>
            <a:lvl1pPr>
              <a:defRPr/>
            </a:lvl1pPr>
          </a:lstStyle>
          <a:p>
            <a:r>
              <a:rPr lang="en-US" err="1"/>
              <a:t>Firstname</a:t>
            </a:r>
            <a:r>
              <a:rPr lang="en-US"/>
              <a:t> </a:t>
            </a:r>
            <a:r>
              <a:rPr lang="en-US" err="1"/>
              <a:t>Lastname</a:t>
            </a:r>
            <a:endParaRPr lang="en-US"/>
          </a:p>
        </p:txBody>
      </p:sp>
      <p:sp>
        <p:nvSpPr>
          <p:cNvPr id="21" name="Text Placeholder 20">
            <a:extLst>
              <a:ext uri="{FF2B5EF4-FFF2-40B4-BE49-F238E27FC236}">
                <a16:creationId xmlns:a16="http://schemas.microsoft.com/office/drawing/2014/main" id="{1188EF8E-2193-0355-E7DC-3D4D323EB293}"/>
              </a:ext>
            </a:extLst>
          </p:cNvPr>
          <p:cNvSpPr>
            <a:spLocks noGrp="1"/>
          </p:cNvSpPr>
          <p:nvPr>
            <p:ph type="body" sz="quarter" idx="14"/>
          </p:nvPr>
        </p:nvSpPr>
        <p:spPr>
          <a:xfrm>
            <a:off x="571500" y="3924297"/>
            <a:ext cx="3740914"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75C91D87-AF4A-FFD7-017B-CA0304C1C907}"/>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2902595-FEAC-6B1C-4520-58B29666C7E0}"/>
              </a:ext>
              <a:ext uri="{C183D7F6-B498-43B3-948B-1728B52AA6E4}">
                <adec:decorative xmlns:adec="http://schemas.microsoft.com/office/drawing/2017/decorative" val="1"/>
              </a:ext>
            </a:extLst>
          </p:cNvPr>
          <p:cNvSpPr>
            <a:spLocks noGrp="1"/>
          </p:cNvSpPr>
          <p:nvPr>
            <p:ph type="dt" sz="half" idx="11"/>
          </p:nvPr>
        </p:nvSpPr>
        <p:spPr/>
        <p:txBody>
          <a:bodyPr/>
          <a:lstStyle/>
          <a:p>
            <a:fld id="{2A25A080-1792-4392-BE38-5E620E52C462}" type="datetimeyyyy">
              <a:rPr lang="en-US" smtClean="0"/>
              <a:t>2024</a:t>
            </a:fld>
            <a:endParaRPr lang="en-US"/>
          </a:p>
        </p:txBody>
      </p:sp>
      <p:sp>
        <p:nvSpPr>
          <p:cNvPr id="5" name="Slide Number Placeholder 4">
            <a:extLst>
              <a:ext uri="{FF2B5EF4-FFF2-40B4-BE49-F238E27FC236}">
                <a16:creationId xmlns:a16="http://schemas.microsoft.com/office/drawing/2014/main" id="{FB782E6F-431A-7665-4546-3ED0A1E01C1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7" name="Picture Placeholder 18">
            <a:extLst>
              <a:ext uri="{FF2B5EF4-FFF2-40B4-BE49-F238E27FC236}">
                <a16:creationId xmlns:a16="http://schemas.microsoft.com/office/drawing/2014/main" id="{BE7421A2-BCEC-DC52-DAF5-8F8C357BFF2B}"/>
              </a:ext>
              <a:ext uri="{C183D7F6-B498-43B3-948B-1728B52AA6E4}">
                <adec:decorative xmlns:adec="http://schemas.microsoft.com/office/drawing/2017/decorative" val="1"/>
              </a:ext>
            </a:extLst>
          </p:cNvPr>
          <p:cNvSpPr>
            <a:spLocks noGrp="1"/>
          </p:cNvSpPr>
          <p:nvPr>
            <p:ph type="pic" sz="quarter" idx="15"/>
          </p:nvPr>
        </p:nvSpPr>
        <p:spPr>
          <a:xfrm>
            <a:off x="6847610" y="571500"/>
            <a:ext cx="1865376" cy="1865376"/>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a:lvl1pPr>
          </a:lstStyle>
          <a:p>
            <a:r>
              <a:rPr lang="en-US"/>
              <a:t>Click icon to add picture</a:t>
            </a:r>
          </a:p>
        </p:txBody>
      </p:sp>
    </p:spTree>
    <p:extLst>
      <p:ext uri="{BB962C8B-B14F-4D97-AF65-F5344CB8AC3E}">
        <p14:creationId xmlns:p14="http://schemas.microsoft.com/office/powerpoint/2010/main" val="1983733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wo image w/ squar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C273D-5BD8-E7E1-85A0-178676E45CC2}"/>
              </a:ext>
              <a:ext uri="{C183D7F6-B498-43B3-948B-1728B52AA6E4}">
                <adec:decorative xmlns:adec="http://schemas.microsoft.com/office/drawing/2017/decorative" val="1"/>
              </a:ext>
            </a:extLst>
          </p:cNvPr>
          <p:cNvSpPr/>
          <p:nvPr userDrawn="1"/>
        </p:nvSpPr>
        <p:spPr>
          <a:xfrm>
            <a:off x="0" y="0"/>
            <a:ext cx="6096000" cy="3562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Text Placeholder 16">
            <a:extLst>
              <a:ext uri="{FF2B5EF4-FFF2-40B4-BE49-F238E27FC236}">
                <a16:creationId xmlns:a16="http://schemas.microsoft.com/office/drawing/2014/main" id="{D098AB90-6E8A-85D3-32C9-317E798AFDFA}"/>
              </a:ext>
            </a:extLst>
          </p:cNvPr>
          <p:cNvSpPr>
            <a:spLocks noGrp="1"/>
          </p:cNvSpPr>
          <p:nvPr>
            <p:ph type="body" sz="quarter" idx="16"/>
          </p:nvPr>
        </p:nvSpPr>
        <p:spPr>
          <a:xfrm>
            <a:off x="1282700" y="557170"/>
            <a:ext cx="3759200" cy="495017"/>
          </a:xfrm>
        </p:spPr>
        <p:txBody>
          <a:bodyPr anchor="b"/>
          <a:lstStyle>
            <a:lvl1pPr marL="0" indent="0">
              <a:lnSpc>
                <a:spcPct val="90000"/>
              </a:lnSpc>
              <a:buNone/>
              <a:defRPr sz="1200" b="1" cap="all" spc="150" baseline="0">
                <a:solidFill>
                  <a:schemeClr val="bg1"/>
                </a:solidFill>
              </a:defRPr>
            </a:lvl1pPr>
          </a:lstStyle>
          <a:p>
            <a:pPr lvl="0"/>
            <a:r>
              <a:rPr lang="en-US"/>
              <a:t>Click to edit Master text styles</a:t>
            </a:r>
          </a:p>
        </p:txBody>
      </p:sp>
      <p:sp>
        <p:nvSpPr>
          <p:cNvPr id="17" name="Text Placeholder 16">
            <a:extLst>
              <a:ext uri="{FF2B5EF4-FFF2-40B4-BE49-F238E27FC236}">
                <a16:creationId xmlns:a16="http://schemas.microsoft.com/office/drawing/2014/main" id="{8AAD0F4C-FFBB-CC2D-83A4-15B41626479B}"/>
              </a:ext>
            </a:extLst>
          </p:cNvPr>
          <p:cNvSpPr>
            <a:spLocks noGrp="1"/>
          </p:cNvSpPr>
          <p:nvPr>
            <p:ph type="body" sz="quarter" idx="15"/>
          </p:nvPr>
        </p:nvSpPr>
        <p:spPr>
          <a:xfrm>
            <a:off x="1282700" y="1235034"/>
            <a:ext cx="3759200" cy="1508166"/>
          </a:xfrm>
        </p:spPr>
        <p:txBody>
          <a:bodyPr/>
          <a:lstStyle>
            <a:lvl1pPr marL="0" indent="0">
              <a:buNone/>
              <a:defRPr sz="2200">
                <a:solidFill>
                  <a:schemeClr val="bg1"/>
                </a:solidFill>
              </a:defRPr>
            </a:lvl1pPr>
          </a:lstStyle>
          <a:p>
            <a:pPr lvl="0"/>
            <a:r>
              <a:rPr lang="en-US"/>
              <a:t>Click to edit Master text styles</a:t>
            </a:r>
          </a:p>
        </p:txBody>
      </p:sp>
      <p:sp>
        <p:nvSpPr>
          <p:cNvPr id="15" name="Picture Placeholder 14">
            <a:extLst>
              <a:ext uri="{FF2B5EF4-FFF2-40B4-BE49-F238E27FC236}">
                <a16:creationId xmlns:a16="http://schemas.microsoft.com/office/drawing/2014/main" id="{297F2D4D-AB7F-7B88-CCF6-E5F697F5CAED}"/>
              </a:ext>
              <a:ext uri="{C183D7F6-B498-43B3-948B-1728B52AA6E4}">
                <adec:decorative xmlns:adec="http://schemas.microsoft.com/office/drawing/2017/decorative" val="0"/>
              </a:ext>
            </a:extLst>
          </p:cNvPr>
          <p:cNvSpPr>
            <a:spLocks noGrp="1"/>
          </p:cNvSpPr>
          <p:nvPr>
            <p:ph type="pic" sz="quarter" idx="14"/>
          </p:nvPr>
        </p:nvSpPr>
        <p:spPr>
          <a:xfrm>
            <a:off x="6096000" y="0"/>
            <a:ext cx="6102395" cy="3429000"/>
          </a:xfrm>
          <a:custGeom>
            <a:avLst/>
            <a:gdLst>
              <a:gd name="connsiteX0" fmla="*/ 0 w 6121605"/>
              <a:gd name="connsiteY0" fmla="*/ 0 h 3429000"/>
              <a:gd name="connsiteX1" fmla="*/ 6121605 w 6121605"/>
              <a:gd name="connsiteY1" fmla="*/ 0 h 3429000"/>
              <a:gd name="connsiteX2" fmla="*/ 6121605 w 6121605"/>
              <a:gd name="connsiteY2" fmla="*/ 2857489 h 3429000"/>
              <a:gd name="connsiteX3" fmla="*/ 5548895 w 6121605"/>
              <a:gd name="connsiteY3" fmla="*/ 3429000 h 3429000"/>
              <a:gd name="connsiteX4" fmla="*/ 0 w 6121605"/>
              <a:gd name="connsiteY4" fmla="*/ 3429000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1605" h="3429000">
                <a:moveTo>
                  <a:pt x="0" y="0"/>
                </a:moveTo>
                <a:lnTo>
                  <a:pt x="6121605" y="0"/>
                </a:lnTo>
                <a:lnTo>
                  <a:pt x="6121605" y="2857489"/>
                </a:lnTo>
                <a:cubicBezTo>
                  <a:pt x="6121605" y="3173126"/>
                  <a:pt x="5865194" y="3429000"/>
                  <a:pt x="5548895" y="3429000"/>
                </a:cubicBezTo>
                <a:lnTo>
                  <a:pt x="0" y="3429000"/>
                </a:lnTo>
                <a:close/>
              </a:path>
            </a:pathLst>
          </a:custGeom>
        </p:spPr>
        <p:txBody>
          <a:bodyPr wrap="square">
            <a:noAutofit/>
          </a:bodyPr>
          <a:lstStyle/>
          <a:p>
            <a:r>
              <a:rPr lang="en-US"/>
              <a:t>Click icon to add picture</a:t>
            </a:r>
          </a:p>
        </p:txBody>
      </p:sp>
      <p:sp>
        <p:nvSpPr>
          <p:cNvPr id="12" name="Picture Placeholder 11">
            <a:extLst>
              <a:ext uri="{FF2B5EF4-FFF2-40B4-BE49-F238E27FC236}">
                <a16:creationId xmlns:a16="http://schemas.microsoft.com/office/drawing/2014/main" id="{B5409D05-3C98-D050-0D6F-2A2628CDF15A}"/>
              </a:ext>
              <a:ext uri="{C183D7F6-B498-43B3-948B-1728B52AA6E4}">
                <adec:decorative xmlns:adec="http://schemas.microsoft.com/office/drawing/2017/decorative" val="0"/>
              </a:ext>
            </a:extLst>
          </p:cNvPr>
          <p:cNvSpPr>
            <a:spLocks noGrp="1"/>
          </p:cNvSpPr>
          <p:nvPr>
            <p:ph type="pic" sz="quarter" idx="13"/>
          </p:nvPr>
        </p:nvSpPr>
        <p:spPr>
          <a:xfrm>
            <a:off x="0" y="3429000"/>
            <a:ext cx="6096000" cy="3436938"/>
          </a:xfrm>
        </p:spPr>
        <p:txBody>
          <a:bodyPr/>
          <a:lstStyle/>
          <a:p>
            <a:r>
              <a:rPr lang="en-US"/>
              <a:t>Click icon to add picture</a:t>
            </a:r>
          </a:p>
        </p:txBody>
      </p:sp>
      <p:sp>
        <p:nvSpPr>
          <p:cNvPr id="20" name="Text Placeholder 16">
            <a:extLst>
              <a:ext uri="{FF2B5EF4-FFF2-40B4-BE49-F238E27FC236}">
                <a16:creationId xmlns:a16="http://schemas.microsoft.com/office/drawing/2014/main" id="{4D365ABC-5996-98B8-0B33-725C6CAD5839}"/>
              </a:ext>
            </a:extLst>
          </p:cNvPr>
          <p:cNvSpPr>
            <a:spLocks noGrp="1"/>
          </p:cNvSpPr>
          <p:nvPr>
            <p:ph type="body" sz="quarter" idx="18"/>
          </p:nvPr>
        </p:nvSpPr>
        <p:spPr>
          <a:xfrm>
            <a:off x="7150100" y="4114800"/>
            <a:ext cx="3759200" cy="292165"/>
          </a:xfrm>
        </p:spPr>
        <p:txBody>
          <a:bodyPr anchor="b"/>
          <a:lstStyle>
            <a:lvl1pPr marL="0" indent="0">
              <a:lnSpc>
                <a:spcPct val="90000"/>
              </a:lnSpc>
              <a:buNone/>
              <a:defRPr sz="1200" b="1" cap="all" spc="150" baseline="0">
                <a:solidFill>
                  <a:schemeClr val="accent1"/>
                </a:solidFill>
              </a:defRPr>
            </a:lvl1pPr>
          </a:lstStyle>
          <a:p>
            <a:pPr lvl="0"/>
            <a:r>
              <a:rPr lang="en-US"/>
              <a:t>Click to edit Master text styles</a:t>
            </a:r>
          </a:p>
        </p:txBody>
      </p:sp>
      <p:sp>
        <p:nvSpPr>
          <p:cNvPr id="19" name="Text Placeholder 16">
            <a:extLst>
              <a:ext uri="{FF2B5EF4-FFF2-40B4-BE49-F238E27FC236}">
                <a16:creationId xmlns:a16="http://schemas.microsoft.com/office/drawing/2014/main" id="{51D26A1B-AE8E-5DFA-85FE-D7D5C971C935}"/>
              </a:ext>
            </a:extLst>
          </p:cNvPr>
          <p:cNvSpPr>
            <a:spLocks noGrp="1"/>
          </p:cNvSpPr>
          <p:nvPr>
            <p:ph type="body" sz="quarter" idx="17"/>
          </p:nvPr>
        </p:nvSpPr>
        <p:spPr>
          <a:xfrm>
            <a:off x="7150100" y="4589811"/>
            <a:ext cx="3759200" cy="1696687"/>
          </a:xfrm>
        </p:spPr>
        <p:txBody>
          <a:bodyPr/>
          <a:lstStyle>
            <a:lvl1pPr marL="0" indent="0">
              <a:buNone/>
              <a:defRPr sz="2200"/>
            </a:lvl1pPr>
          </a:lstStyle>
          <a:p>
            <a:pPr lvl="0"/>
            <a:r>
              <a:rPr lang="en-US"/>
              <a:t>Click to edit Master text styles</a:t>
            </a:r>
          </a:p>
        </p:txBody>
      </p:sp>
      <p:sp>
        <p:nvSpPr>
          <p:cNvPr id="3" name="Footer Placeholder 2">
            <a:extLst>
              <a:ext uri="{FF2B5EF4-FFF2-40B4-BE49-F238E27FC236}">
                <a16:creationId xmlns:a16="http://schemas.microsoft.com/office/drawing/2014/main" id="{D109148D-2336-4FD5-7678-BEC7A9C269E4}"/>
              </a:ext>
              <a:ext uri="{C183D7F6-B498-43B3-948B-1728B52AA6E4}">
                <adec:decorative xmlns:adec="http://schemas.microsoft.com/office/drawing/2017/decorative" val="1"/>
              </a:ext>
            </a:extLst>
          </p:cNvPr>
          <p:cNvSpPr>
            <a:spLocks noGrp="1"/>
          </p:cNvSpPr>
          <p:nvPr>
            <p:ph type="ftr" sz="quarter" idx="10"/>
          </p:nvPr>
        </p:nvSpPr>
        <p:spPr>
          <a:xfrm>
            <a:off x="1645217" y="6503670"/>
            <a:ext cx="4023360" cy="137160"/>
          </a:xfrm>
        </p:spPr>
        <p:txBody>
          <a:bodyPr/>
          <a:lstStyle>
            <a:lvl1pPr>
              <a:defRPr>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9AE54A5D-BF91-532F-80BF-59D69DE99078}"/>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2"/>
                </a:solidFill>
              </a:defRPr>
            </a:lvl1pPr>
          </a:lstStyle>
          <a:p>
            <a:fld id="{AC09F21D-86C0-48B1-8956-21A994161978}" type="datetimeyyyy">
              <a:rPr lang="en-US" smtClean="0"/>
              <a:t>2024</a:t>
            </a:fld>
            <a:endParaRPr lang="en-US"/>
          </a:p>
        </p:txBody>
      </p:sp>
      <p:sp>
        <p:nvSpPr>
          <p:cNvPr id="5" name="Slide Number Placeholder 4">
            <a:extLst>
              <a:ext uri="{FF2B5EF4-FFF2-40B4-BE49-F238E27FC236}">
                <a16:creationId xmlns:a16="http://schemas.microsoft.com/office/drawing/2014/main" id="{9B30DC17-FAF7-CEE9-ACB8-56A8FF40F77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7" name="Text Placeholder 28">
            <a:extLst>
              <a:ext uri="{FF2B5EF4-FFF2-40B4-BE49-F238E27FC236}">
                <a16:creationId xmlns:a16="http://schemas.microsoft.com/office/drawing/2014/main" id="{7E377AD8-A33C-6129-93D3-533202357423}"/>
              </a:ext>
              <a:ext uri="{C183D7F6-B498-43B3-948B-1728B52AA6E4}">
                <adec:decorative xmlns:adec="http://schemas.microsoft.com/office/drawing/2017/decorative" val="1"/>
              </a:ext>
            </a:extLst>
          </p:cNvPr>
          <p:cNvSpPr>
            <a:spLocks noGrp="1" noChangeAspect="1"/>
          </p:cNvSpPr>
          <p:nvPr>
            <p:ph type="body" sz="quarter" idx="21"/>
          </p:nvPr>
        </p:nvSpPr>
        <p:spPr>
          <a:xfrm>
            <a:off x="576072" y="6473952"/>
            <a:ext cx="562041" cy="14630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8" name="Rectangle 7">
            <a:extLst>
              <a:ext uri="{FF2B5EF4-FFF2-40B4-BE49-F238E27FC236}">
                <a16:creationId xmlns:a16="http://schemas.microsoft.com/office/drawing/2014/main" id="{3437B129-6BBC-D2D2-F9EC-A1CFFCC7B68C}"/>
              </a:ext>
              <a:ext uri="{C183D7F6-B498-43B3-948B-1728B52AA6E4}">
                <adec:decorative xmlns:adec="http://schemas.microsoft.com/office/drawing/2017/decorative" val="1"/>
              </a:ext>
            </a:extLst>
          </p:cNvPr>
          <p:cNvSpPr/>
          <p:nvPr userDrawn="1"/>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5" indent="-174625">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5" indent="-174625">
              <a:spcBef>
                <a:spcPts val="1200"/>
              </a:spcBef>
              <a:buFont typeface="Avenir Next LT Pro" panose="020B0504020202020204" pitchFamily="34" charset="0"/>
              <a:buChar char="•"/>
            </a:pPr>
            <a:r>
              <a:rPr lang="en-US" sz="1000">
                <a:solidFill>
                  <a:schemeClr val="bg1"/>
                </a:solidFill>
              </a:rPr>
              <a:t>The Slalom logo, copyright symbol, date and footer text should be easy to read over your image. If it is hard to see, select the logo and </a:t>
            </a:r>
            <a:br>
              <a:rPr lang="en-US" sz="1000">
                <a:solidFill>
                  <a:schemeClr val="bg1"/>
                </a:solidFill>
              </a:rPr>
            </a:br>
            <a:r>
              <a:rPr lang="en-US" sz="1000">
                <a:solidFill>
                  <a:schemeClr val="bg1"/>
                </a:solidFill>
              </a:rPr>
              <a:t>change the color fill.</a:t>
            </a:r>
          </a:p>
          <a:p>
            <a:pPr marL="174625" indent="-174625">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a:p>
            <a:pPr marL="174625" indent="-174625">
              <a:spcBef>
                <a:spcPts val="1200"/>
              </a:spcBef>
              <a:buFont typeface="Avenir Next LT Pro" panose="020B0504020202020204" pitchFamily="34" charset="0"/>
              <a:buChar char="•"/>
            </a:pPr>
            <a:r>
              <a:rPr lang="en-US" sz="1000">
                <a:solidFill>
                  <a:schemeClr val="bg1"/>
                </a:solidFill>
              </a:rPr>
              <a:t>The copyright symbol, date and footer text should always be either White, Background 1 or Gray, Text 2.</a:t>
            </a:r>
          </a:p>
        </p:txBody>
      </p:sp>
      <p:sp>
        <p:nvSpPr>
          <p:cNvPr id="28" name="Text Placeholder 27">
            <a:extLst>
              <a:ext uri="{FF2B5EF4-FFF2-40B4-BE49-F238E27FC236}">
                <a16:creationId xmlns:a16="http://schemas.microsoft.com/office/drawing/2014/main" id="{8C82ECBB-508A-C0BD-C854-09FC9EE69CAD}"/>
              </a:ext>
              <a:ext uri="{C183D7F6-B498-43B3-948B-1728B52AA6E4}">
                <adec:decorative xmlns:adec="http://schemas.microsoft.com/office/drawing/2017/decorative" val="1"/>
              </a:ext>
            </a:extLst>
          </p:cNvPr>
          <p:cNvSpPr>
            <a:spLocks noGrp="1"/>
          </p:cNvSpPr>
          <p:nvPr>
            <p:ph type="body" sz="quarter" idx="22"/>
          </p:nvPr>
        </p:nvSpPr>
        <p:spPr>
          <a:xfrm>
            <a:off x="1298448" y="6539765"/>
            <a:ext cx="79604" cy="78785"/>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00">
                <a:noFill/>
              </a:defRPr>
            </a:lvl1pPr>
            <a:lvl2pPr marL="227012" indent="0">
              <a:buNone/>
              <a:defRPr sz="400"/>
            </a:lvl2pPr>
            <a:lvl3pPr marL="460375" indent="0">
              <a:buNone/>
              <a:defRPr sz="400"/>
            </a:lvl3pPr>
            <a:lvl4pPr marL="625475" indent="0">
              <a:buNone/>
              <a:defRPr sz="400"/>
            </a:lvl4pPr>
            <a:lvl5pPr marL="798513" indent="0">
              <a:buNone/>
              <a:defRPr sz="400"/>
            </a:lvl5pPr>
          </a:lstStyle>
          <a:p>
            <a:pPr lvl="0"/>
            <a:r>
              <a:rPr lang="en-US"/>
              <a:t>Click to edit Master text styles</a:t>
            </a:r>
          </a:p>
        </p:txBody>
      </p:sp>
    </p:spTree>
    <p:extLst>
      <p:ext uri="{BB962C8B-B14F-4D97-AF65-F5344CB8AC3E}">
        <p14:creationId xmlns:p14="http://schemas.microsoft.com/office/powerpoint/2010/main" val="264655982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p>
            <a:fld id="{1A5677DA-750D-4E26-A317-2E82EE9A7E3B}" type="datetimeyyyy">
              <a:rPr lang="en-US" smtClean="0"/>
              <a:t>2024</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1985471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lank 2">
    <p:bg>
      <p:bgPr>
        <a:solidFill>
          <a:schemeClr val="accent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99004FBB-F6D2-4FB3-A70E-EF890FAC946B}" type="datetimeyyyy">
              <a:rPr lang="en-US" smtClean="0"/>
              <a:t>2024</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05664DA5-6A87-E42D-982F-335EC8227279}"/>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B6102F70-12D2-5411-17DD-873A6F26A253}"/>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336201378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Cover + Section Divider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 uri="{C183D7F6-B498-43B3-948B-1728B52AA6E4}">
                <adec:decorative xmlns:adec="http://schemas.microsoft.com/office/drawing/2017/decorative" val="0"/>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11500" b="1" cap="all" baseline="0"/>
              <a:t>Additional Cover slides and section divider slides</a:t>
            </a:r>
          </a:p>
        </p:txBody>
      </p:sp>
    </p:spTree>
    <p:extLst>
      <p:ext uri="{BB962C8B-B14F-4D97-AF65-F5344CB8AC3E}">
        <p14:creationId xmlns:p14="http://schemas.microsoft.com/office/powerpoint/2010/main" val="27010315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511300" y="971809"/>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511300" y="1216686"/>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2285999"/>
            <a:ext cx="8229600" cy="1828802"/>
          </a:xfrm>
        </p:spPr>
        <p:txBody>
          <a:bodyPr anchor="b"/>
          <a:lstStyle>
            <a:lvl1pPr algn="l">
              <a:defRPr sz="6600">
                <a:solidFill>
                  <a:schemeClr val="accent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511300" y="4599050"/>
            <a:ext cx="8229599"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20" name="Picture Placeholder 5">
            <a:extLst>
              <a:ext uri="{FF2B5EF4-FFF2-40B4-BE49-F238E27FC236}">
                <a16:creationId xmlns:a16="http://schemas.microsoft.com/office/drawing/2014/main" id="{C2B27502-C2DC-9A63-9B23-BA9BE99318F2}"/>
              </a:ext>
              <a:ext uri="{C183D7F6-B498-43B3-948B-1728B52AA6E4}">
                <adec:decorative xmlns:adec="http://schemas.microsoft.com/office/drawing/2017/decorative" val="0"/>
              </a:ext>
            </a:extLst>
          </p:cNvPr>
          <p:cNvSpPr>
            <a:spLocks noGrp="1"/>
          </p:cNvSpPr>
          <p:nvPr>
            <p:ph type="pic" sz="quarter" idx="16" hasCustomPrompt="1"/>
          </p:nvPr>
        </p:nvSpPr>
        <p:spPr>
          <a:xfrm>
            <a:off x="1511300" y="5627683"/>
            <a:ext cx="3027622" cy="661824"/>
          </a:xfrm>
        </p:spPr>
        <p:txBody>
          <a:bodyPr anchor="ctr"/>
          <a:lstStyle>
            <a:lvl1pPr marL="0" indent="0" algn="ctr">
              <a:buNone/>
              <a:defRPr sz="900" b="1" cap="all" baseline="0"/>
            </a:lvl1pPr>
          </a:lstStyle>
          <a:p>
            <a:r>
              <a:rPr lang="en-US"/>
              <a:t>Click icon to insert Client logo</a:t>
            </a:r>
          </a:p>
        </p:txBody>
      </p:sp>
    </p:spTree>
    <p:extLst>
      <p:ext uri="{BB962C8B-B14F-4D97-AF65-F5344CB8AC3E}">
        <p14:creationId xmlns:p14="http://schemas.microsoft.com/office/powerpoint/2010/main" val="11827187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over Slide - Partner Logo">
    <p:bg>
      <p:bgPr>
        <a:solidFill>
          <a:schemeClr val="accent1"/>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508DAC0-BC9F-FB2B-9ECF-781051E35BF9}"/>
              </a:ext>
            </a:extLst>
          </p:cNvPr>
          <p:cNvCxnSpPr/>
          <p:nvPr userDrawn="1"/>
        </p:nvCxnSpPr>
        <p:spPr>
          <a:xfrm>
            <a:off x="8801100" y="395940"/>
            <a:ext cx="0" cy="518179"/>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1" name="Picture 9">
            <a:extLst>
              <a:ext uri="{FF2B5EF4-FFF2-40B4-BE49-F238E27FC236}">
                <a16:creationId xmlns:a16="http://schemas.microsoft.com/office/drawing/2014/main" id="{C02014B9-F4F4-8E0F-5847-F64008EAC75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107522" y="486514"/>
            <a:ext cx="1299971" cy="337030"/>
          </a:xfrm>
          <a:prstGeom prst="rect">
            <a:avLst/>
          </a:prstGeom>
        </p:spPr>
      </p:pic>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6" name="Picture Placeholder 5">
            <a:extLst>
              <a:ext uri="{FF2B5EF4-FFF2-40B4-BE49-F238E27FC236}">
                <a16:creationId xmlns:a16="http://schemas.microsoft.com/office/drawing/2014/main" id="{46CE2DE3-ABB9-9B32-E52C-5B71441C16BE}"/>
              </a:ext>
              <a:ext uri="{C183D7F6-B498-43B3-948B-1728B52AA6E4}">
                <adec:decorative xmlns:adec="http://schemas.microsoft.com/office/drawing/2017/decorative" val="0"/>
              </a:ext>
            </a:extLst>
          </p:cNvPr>
          <p:cNvSpPr>
            <a:spLocks noGrp="1"/>
          </p:cNvSpPr>
          <p:nvPr userDrawn="1">
            <p:ph type="pic" sz="quarter" idx="16" hasCustomPrompt="1"/>
          </p:nvPr>
        </p:nvSpPr>
        <p:spPr>
          <a:xfrm>
            <a:off x="9243281" y="395938"/>
            <a:ext cx="2370503" cy="518182"/>
          </a:xfrm>
        </p:spPr>
        <p:txBody>
          <a:bodyPr anchor="ctr"/>
          <a:lstStyle>
            <a:lvl1pPr marL="0" indent="0" algn="ctr">
              <a:buNone/>
              <a:defRPr sz="900" b="1" cap="all" baseline="0"/>
            </a:lvl1pPr>
          </a:lstStyle>
          <a:p>
            <a:r>
              <a:rPr lang="en-US"/>
              <a:t>Click icon to insert Partner logo</a:t>
            </a:r>
          </a:p>
        </p:txBody>
      </p:sp>
      <p:sp>
        <p:nvSpPr>
          <p:cNvPr id="37" name="Text Placeholder 4">
            <a:extLst>
              <a:ext uri="{FF2B5EF4-FFF2-40B4-BE49-F238E27FC236}">
                <a16:creationId xmlns:a16="http://schemas.microsoft.com/office/drawing/2014/main" id="{DBC706B5-DD0D-21FC-8DFC-D9B4B0C03970}"/>
              </a:ext>
              <a:ext uri="{C183D7F6-B498-43B3-948B-1728B52AA6E4}">
                <adec:decorative xmlns:adec="http://schemas.microsoft.com/office/drawing/2017/decorative" val="0"/>
              </a:ext>
            </a:extLst>
          </p:cNvPr>
          <p:cNvSpPr>
            <a:spLocks noGrp="1"/>
          </p:cNvSpPr>
          <p:nvPr userDrawn="1">
            <p:ph type="body" sz="quarter" idx="14" hasCustomPrompt="1"/>
          </p:nvPr>
        </p:nvSpPr>
        <p:spPr>
          <a:xfrm>
            <a:off x="1511300" y="1764475"/>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 uri="{C183D7F6-B498-43B3-948B-1728B52AA6E4}">
                <adec:decorative xmlns:adec="http://schemas.microsoft.com/office/drawing/2017/decorative" val="0"/>
              </a:ext>
            </a:extLst>
          </p:cNvPr>
          <p:cNvSpPr>
            <a:spLocks noGrp="1"/>
          </p:cNvSpPr>
          <p:nvPr userDrawn="1">
            <p:ph type="body" sz="quarter" idx="15" hasCustomPrompt="1"/>
          </p:nvPr>
        </p:nvSpPr>
        <p:spPr>
          <a:xfrm>
            <a:off x="1511300" y="2009352"/>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userDrawn="1">
            <p:ph type="ctrTitle"/>
          </p:nvPr>
        </p:nvSpPr>
        <p:spPr>
          <a:xfrm>
            <a:off x="1511300" y="2743200"/>
            <a:ext cx="8229600" cy="2362199"/>
          </a:xfrm>
        </p:spPr>
        <p:txBody>
          <a:bodyPr anchor="b"/>
          <a:lstStyle>
            <a:lvl1pPr algn="l">
              <a:defRPr sz="6600"/>
            </a:lvl1pPr>
          </a:lstStyle>
          <a:p>
            <a:r>
              <a:rPr lang="en-US"/>
              <a:t>Click to edit Master title style</a:t>
            </a:r>
          </a:p>
        </p:txBody>
      </p:sp>
      <p:sp>
        <p:nvSpPr>
          <p:cNvPr id="3" name="Subtitle 2">
            <a:extLst>
              <a:ext uri="{FF2B5EF4-FFF2-40B4-BE49-F238E27FC236}">
                <a16:creationId xmlns:a16="http://schemas.microsoft.com/office/drawing/2014/main" id="{56F8D719-2B49-447B-9B7B-DC72A26B3909}"/>
              </a:ext>
            </a:extLst>
          </p:cNvPr>
          <p:cNvSpPr>
            <a:spLocks noGrp="1"/>
          </p:cNvSpPr>
          <p:nvPr userDrawn="1">
            <p:ph type="subTitle" idx="1"/>
          </p:nvPr>
        </p:nvSpPr>
        <p:spPr>
          <a:xfrm>
            <a:off x="1511300" y="5317795"/>
            <a:ext cx="3759200"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userDrawn="1">
            <p:ph type="body" sz="quarter" idx="13"/>
          </p:nvPr>
        </p:nvSpPr>
        <p:spPr>
          <a:xfrm>
            <a:off x="1511301" y="5628725"/>
            <a:ext cx="3759200" cy="657775"/>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3281795564"/>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ver Slide 2 - Partner Logo">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Picture Placeholder 5">
            <a:extLst>
              <a:ext uri="{FF2B5EF4-FFF2-40B4-BE49-F238E27FC236}">
                <a16:creationId xmlns:a16="http://schemas.microsoft.com/office/drawing/2014/main" id="{2F818987-3005-3F2C-2E66-DC62D80EAC92}"/>
              </a:ext>
              <a:ext uri="{C183D7F6-B498-43B3-948B-1728B52AA6E4}">
                <adec:decorative xmlns:adec="http://schemas.microsoft.com/office/drawing/2017/decorative" val="0"/>
              </a:ext>
            </a:extLst>
          </p:cNvPr>
          <p:cNvSpPr>
            <a:spLocks noGrp="1"/>
          </p:cNvSpPr>
          <p:nvPr>
            <p:ph type="pic" sz="quarter" idx="16" hasCustomPrompt="1"/>
          </p:nvPr>
        </p:nvSpPr>
        <p:spPr>
          <a:xfrm>
            <a:off x="9243281" y="395938"/>
            <a:ext cx="2370503" cy="518182"/>
          </a:xfrm>
        </p:spPr>
        <p:txBody>
          <a:bodyPr anchor="ctr"/>
          <a:lstStyle>
            <a:lvl1pPr marL="0" indent="0" algn="ctr">
              <a:buNone/>
              <a:defRPr sz="900" b="1" cap="all" baseline="0"/>
            </a:lvl1pPr>
          </a:lstStyle>
          <a:p>
            <a:r>
              <a:rPr lang="en-US"/>
              <a:t>Click icon to insert Partner logo</a:t>
            </a:r>
          </a:p>
        </p:txBody>
      </p:sp>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511300" y="1752600"/>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511300" y="1997477"/>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2741995"/>
            <a:ext cx="8229600" cy="2363405"/>
          </a:xfrm>
        </p:spPr>
        <p:txBody>
          <a:bodyPr anchor="b"/>
          <a:lstStyle>
            <a:lvl1pPr algn="l">
              <a:defRPr sz="6600">
                <a:solidFill>
                  <a:schemeClr val="accent1"/>
                </a:solidFill>
              </a:defRPr>
            </a:lvl1pPr>
          </a:lstStyle>
          <a:p>
            <a:r>
              <a:rPr lang="en-US"/>
              <a:t>Click to edit Master title style</a:t>
            </a:r>
          </a:p>
        </p:txBody>
      </p:sp>
      <p:sp>
        <p:nvSpPr>
          <p:cNvPr id="23" name="Subtitle 2">
            <a:extLst>
              <a:ext uri="{FF2B5EF4-FFF2-40B4-BE49-F238E27FC236}">
                <a16:creationId xmlns:a16="http://schemas.microsoft.com/office/drawing/2014/main" id="{223208DF-94D6-71EF-9D57-7E591ED72FA8}"/>
              </a:ext>
            </a:extLst>
          </p:cNvPr>
          <p:cNvSpPr>
            <a:spLocks noGrp="1"/>
          </p:cNvSpPr>
          <p:nvPr>
            <p:ph type="subTitle" idx="1"/>
          </p:nvPr>
        </p:nvSpPr>
        <p:spPr>
          <a:xfrm>
            <a:off x="1511300" y="5313390"/>
            <a:ext cx="3759200"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511301" y="5624320"/>
            <a:ext cx="3759200"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cxnSp>
        <p:nvCxnSpPr>
          <p:cNvPr id="2" name="Straight Connector 1">
            <a:extLst>
              <a:ext uri="{FF2B5EF4-FFF2-40B4-BE49-F238E27FC236}">
                <a16:creationId xmlns:a16="http://schemas.microsoft.com/office/drawing/2014/main" id="{2DFD3AA2-1F30-E14C-F3FB-9DA7C50EB84E}"/>
              </a:ext>
              <a:ext uri="{C183D7F6-B498-43B3-948B-1728B52AA6E4}">
                <adec:decorative xmlns:adec="http://schemas.microsoft.com/office/drawing/2017/decorative" val="1"/>
              </a:ext>
            </a:extLst>
          </p:cNvPr>
          <p:cNvCxnSpPr/>
          <p:nvPr userDrawn="1"/>
        </p:nvCxnSpPr>
        <p:spPr>
          <a:xfrm>
            <a:off x="8801100" y="395940"/>
            <a:ext cx="0" cy="518179"/>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0" name="Picture 9">
            <a:extLst>
              <a:ext uri="{FF2B5EF4-FFF2-40B4-BE49-F238E27FC236}">
                <a16:creationId xmlns:a16="http://schemas.microsoft.com/office/drawing/2014/main" id="{F8022471-4462-CE51-9317-A5E00E36CADC}"/>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107521" y="486514"/>
            <a:ext cx="1299973" cy="337031"/>
          </a:xfrm>
          <a:prstGeom prst="rect">
            <a:avLst/>
          </a:prstGeom>
        </p:spPr>
      </p:pic>
    </p:spTree>
    <p:extLst>
      <p:ext uri="{BB962C8B-B14F-4D97-AF65-F5344CB8AC3E}">
        <p14:creationId xmlns:p14="http://schemas.microsoft.com/office/powerpoint/2010/main" val="30985149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328031" y="487391"/>
            <a:ext cx="1296588" cy="336153"/>
          </a:xfrm>
          <a:prstGeom prst="rect">
            <a:avLst/>
          </a:prstGeom>
        </p:spPr>
      </p:pic>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1752601"/>
            <a:ext cx="8229600" cy="3352800"/>
          </a:xfrm>
        </p:spPr>
        <p:txBody>
          <a:bodyPr anchor="t"/>
          <a:lstStyle>
            <a:lvl1pPr algn="l">
              <a:defRPr sz="5400">
                <a:solidFill>
                  <a:schemeClr val="tx1"/>
                </a:solidFill>
              </a:defRPr>
            </a:lvl1pPr>
          </a:lstStyle>
          <a:p>
            <a:r>
              <a:rPr lang="en-US"/>
              <a:t>Click to edit Master title style</a:t>
            </a:r>
          </a:p>
        </p:txBody>
      </p:sp>
      <p:sp>
        <p:nvSpPr>
          <p:cNvPr id="20" name="Text Placeholder 4">
            <a:extLst>
              <a:ext uri="{FF2B5EF4-FFF2-40B4-BE49-F238E27FC236}">
                <a16:creationId xmlns:a16="http://schemas.microsoft.com/office/drawing/2014/main" id="{8054F7FC-C80C-E0CC-59AE-79AAAD29A470}"/>
              </a:ext>
            </a:extLst>
          </p:cNvPr>
          <p:cNvSpPr>
            <a:spLocks noGrp="1"/>
          </p:cNvSpPr>
          <p:nvPr>
            <p:ph type="body" sz="quarter" idx="13" hasCustomPrompt="1"/>
          </p:nvPr>
        </p:nvSpPr>
        <p:spPr>
          <a:xfrm>
            <a:off x="1511300" y="5873497"/>
            <a:ext cx="1651000"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01. Section indicator</a:t>
            </a:r>
          </a:p>
        </p:txBody>
      </p:sp>
      <p:sp>
        <p:nvSpPr>
          <p:cNvPr id="21" name="Text Placeholder 4">
            <a:extLst>
              <a:ext uri="{FF2B5EF4-FFF2-40B4-BE49-F238E27FC236}">
                <a16:creationId xmlns:a16="http://schemas.microsoft.com/office/drawing/2014/main" id="{DC055F5E-0403-AE46-E374-BD2A8C1AAB09}"/>
              </a:ext>
            </a:extLst>
          </p:cNvPr>
          <p:cNvSpPr>
            <a:spLocks noGrp="1"/>
          </p:cNvSpPr>
          <p:nvPr>
            <p:ph type="body" sz="quarter" idx="15" hasCustomPrompt="1"/>
          </p:nvPr>
        </p:nvSpPr>
        <p:spPr>
          <a:xfrm>
            <a:off x="3390900" y="5873497"/>
            <a:ext cx="1651000"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02. Section indicator</a:t>
            </a:r>
          </a:p>
        </p:txBody>
      </p:sp>
      <p:sp>
        <p:nvSpPr>
          <p:cNvPr id="23" name="Text Placeholder 4">
            <a:extLst>
              <a:ext uri="{FF2B5EF4-FFF2-40B4-BE49-F238E27FC236}">
                <a16:creationId xmlns:a16="http://schemas.microsoft.com/office/drawing/2014/main" id="{10FABD76-3F00-0FAF-2469-1F2536153E4A}"/>
              </a:ext>
            </a:extLst>
          </p:cNvPr>
          <p:cNvSpPr>
            <a:spLocks noGrp="1"/>
          </p:cNvSpPr>
          <p:nvPr>
            <p:ph type="body" sz="quarter" idx="16" hasCustomPrompt="1"/>
          </p:nvPr>
        </p:nvSpPr>
        <p:spPr>
          <a:xfrm>
            <a:off x="5270501" y="5873497"/>
            <a:ext cx="1650999"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03. Section indicator</a:t>
            </a:r>
          </a:p>
        </p:txBody>
      </p:sp>
      <p:sp>
        <p:nvSpPr>
          <p:cNvPr id="25" name="Text Placeholder 4">
            <a:extLst>
              <a:ext uri="{FF2B5EF4-FFF2-40B4-BE49-F238E27FC236}">
                <a16:creationId xmlns:a16="http://schemas.microsoft.com/office/drawing/2014/main" id="{6EA5E727-161E-4C13-B53C-A18124F61C4E}"/>
              </a:ext>
            </a:extLst>
          </p:cNvPr>
          <p:cNvSpPr>
            <a:spLocks noGrp="1"/>
          </p:cNvSpPr>
          <p:nvPr>
            <p:ph type="body" sz="quarter" idx="17" hasCustomPrompt="1"/>
          </p:nvPr>
        </p:nvSpPr>
        <p:spPr>
          <a:xfrm>
            <a:off x="7150104" y="5873497"/>
            <a:ext cx="1650996"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04. Section indicator</a:t>
            </a:r>
          </a:p>
        </p:txBody>
      </p:sp>
      <p:sp>
        <p:nvSpPr>
          <p:cNvPr id="26" name="Text Placeholder 4">
            <a:extLst>
              <a:ext uri="{FF2B5EF4-FFF2-40B4-BE49-F238E27FC236}">
                <a16:creationId xmlns:a16="http://schemas.microsoft.com/office/drawing/2014/main" id="{FCC5001C-8747-ABB4-2ACA-EC2ADE747BFF}"/>
              </a:ext>
            </a:extLst>
          </p:cNvPr>
          <p:cNvSpPr>
            <a:spLocks noGrp="1"/>
          </p:cNvSpPr>
          <p:nvPr>
            <p:ph type="body" sz="quarter" idx="18" hasCustomPrompt="1"/>
          </p:nvPr>
        </p:nvSpPr>
        <p:spPr>
          <a:xfrm>
            <a:off x="9030832" y="5873497"/>
            <a:ext cx="1649868"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05. Section indicator</a:t>
            </a:r>
          </a:p>
        </p:txBody>
      </p:sp>
    </p:spTree>
    <p:extLst>
      <p:ext uri="{BB962C8B-B14F-4D97-AF65-F5344CB8AC3E}">
        <p14:creationId xmlns:p14="http://schemas.microsoft.com/office/powerpoint/2010/main" val="2098022754"/>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1FF95A9-5EDA-B440-A493-7CDCA3BDACF6}"/>
              </a:ext>
              <a:ext uri="{C183D7F6-B498-43B3-948B-1728B52AA6E4}">
                <adec:decorative xmlns:adec="http://schemas.microsoft.com/office/drawing/2017/decorative" val="0"/>
              </a:ext>
            </a:extLst>
          </p:cNvPr>
          <p:cNvSpPr>
            <a:spLocks noGrp="1"/>
          </p:cNvSpPr>
          <p:nvPr>
            <p:ph type="pic" sz="quarter" idx="11"/>
          </p:nvPr>
        </p:nvSpPr>
        <p:spPr>
          <a:xfrm>
            <a:off x="137160" y="1"/>
            <a:ext cx="12054840" cy="6858000"/>
          </a:xfrm>
        </p:spPr>
        <p:txBody>
          <a:bodyPr/>
          <a:lstStyle>
            <a:lvl1pPr marL="0" indent="0">
              <a:buNone/>
              <a:defRPr/>
            </a:lvl1pPr>
          </a:lstStyle>
          <a:p>
            <a:r>
              <a:rPr lang="en-US"/>
              <a:t>Click icon to add picture</a:t>
            </a:r>
          </a:p>
        </p:txBody>
      </p:sp>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4" name="Rectangle 3">
            <a:extLst>
              <a:ext uri="{FF2B5EF4-FFF2-40B4-BE49-F238E27FC236}">
                <a16:creationId xmlns:a16="http://schemas.microsoft.com/office/drawing/2014/main" id="{775C3BF7-4D71-258C-E50C-26FE62CBF4F2}"/>
              </a:ext>
              <a:ext uri="{C183D7F6-B498-43B3-948B-1728B52AA6E4}">
                <adec:decorative xmlns:adec="http://schemas.microsoft.com/office/drawing/2017/decorative" val="1"/>
              </a:ext>
            </a:extLst>
          </p:cNvPr>
          <p:cNvSpPr/>
          <p:nvPr userDrawn="1"/>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5" indent="-174625">
              <a:spcBef>
                <a:spcPts val="1200"/>
              </a:spcBef>
              <a:buFont typeface="Avenir Next LT Pro" panose="020B0504020202020204" pitchFamily="34" charset="0"/>
              <a:buChar char="•"/>
            </a:pPr>
            <a:r>
              <a:rPr lang="en-US" sz="1000">
                <a:solidFill>
                  <a:schemeClr val="bg1"/>
                </a:solidFill>
              </a:rPr>
              <a:t>This layout is built in layers, with placeholders that should float over the image. </a:t>
            </a:r>
          </a:p>
          <a:p>
            <a:pPr marL="174625" indent="-174625">
              <a:spcBef>
                <a:spcPts val="1200"/>
              </a:spcBef>
              <a:buFont typeface="Avenir Next LT Pro" panose="020B0504020202020204" pitchFamily="34" charset="0"/>
              <a:buChar char="•"/>
            </a:pPr>
            <a:r>
              <a:rPr lang="en-US" sz="1000">
                <a:solidFill>
                  <a:schemeClr val="bg1"/>
                </a:solidFill>
              </a:rPr>
              <a:t>In order to add an image, click on the </a:t>
            </a:r>
            <a:br>
              <a:rPr lang="en-US" sz="1000">
                <a:solidFill>
                  <a:schemeClr val="bg1"/>
                </a:solidFill>
              </a:rPr>
            </a:br>
            <a:r>
              <a:rPr lang="en-US" sz="1000">
                <a:solidFill>
                  <a:schemeClr val="bg1"/>
                </a:solidFill>
              </a:rPr>
              <a:t>text box placeholder with the dotted line. </a:t>
            </a:r>
            <a:br>
              <a:rPr lang="en-US" sz="1000">
                <a:solidFill>
                  <a:schemeClr val="bg1"/>
                </a:solidFill>
              </a:rPr>
            </a:br>
            <a:r>
              <a:rPr lang="en-US" sz="1000">
                <a:solidFill>
                  <a:schemeClr val="bg1"/>
                </a:solidFill>
              </a:rPr>
              <a:t>Use Arrange &gt; Send to back.</a:t>
            </a:r>
          </a:p>
          <a:p>
            <a:pPr marL="174625" indent="-174625">
              <a:spcBef>
                <a:spcPts val="1200"/>
              </a:spcBef>
              <a:buFont typeface="Avenir Next LT Pro" panose="020B0504020202020204" pitchFamily="34" charset="0"/>
              <a:buChar char="•"/>
            </a:pPr>
            <a:r>
              <a:rPr lang="en-US" sz="1000">
                <a:solidFill>
                  <a:schemeClr val="bg1"/>
                </a:solidFill>
              </a:rPr>
              <a:t>Now the image icon will be clickable. </a:t>
            </a:r>
            <a:br>
              <a:rPr lang="en-US" sz="1000">
                <a:solidFill>
                  <a:schemeClr val="bg1"/>
                </a:solidFill>
              </a:rPr>
            </a:br>
            <a:r>
              <a:rPr lang="en-US" sz="1000">
                <a:solidFill>
                  <a:schemeClr val="bg1"/>
                </a:solidFill>
              </a:rPr>
              <a:t>Find and insert your image. </a:t>
            </a:r>
          </a:p>
          <a:p>
            <a:pPr marL="174625" indent="-174625">
              <a:spcBef>
                <a:spcPts val="1200"/>
              </a:spcBef>
              <a:buFont typeface="Avenir Next LT Pro" panose="020B0504020202020204" pitchFamily="34" charset="0"/>
              <a:buChar char="•"/>
            </a:pPr>
            <a:r>
              <a:rPr lang="en-US" sz="1000">
                <a:solidFill>
                  <a:schemeClr val="bg1"/>
                </a:solidFill>
              </a:rPr>
              <a:t>To correct the order, use the Reset button. </a:t>
            </a:r>
            <a:br>
              <a:rPr lang="en-US" sz="1000">
                <a:solidFill>
                  <a:schemeClr val="bg1"/>
                </a:solidFill>
              </a:rPr>
            </a:br>
            <a:r>
              <a:rPr lang="en-US" sz="1000">
                <a:solidFill>
                  <a:schemeClr val="bg1"/>
                </a:solidFill>
              </a:rPr>
              <a:t>If the Reset button upsets any cropping, </a:t>
            </a:r>
            <a:br>
              <a:rPr lang="en-US" sz="1000">
                <a:solidFill>
                  <a:schemeClr val="bg1"/>
                </a:solidFill>
              </a:rPr>
            </a:br>
            <a:r>
              <a:rPr lang="en-US" sz="1000">
                <a:solidFill>
                  <a:schemeClr val="bg1"/>
                </a:solidFill>
              </a:rPr>
              <a:t>use Arrange &gt; Send to back when selected </a:t>
            </a:r>
            <a:br>
              <a:rPr lang="en-US" sz="1000">
                <a:solidFill>
                  <a:schemeClr val="bg1"/>
                </a:solidFill>
              </a:rPr>
            </a:br>
            <a:r>
              <a:rPr lang="en-US" sz="1000">
                <a:solidFill>
                  <a:schemeClr val="bg1"/>
                </a:solidFill>
              </a:rPr>
              <a:t>on the image. </a:t>
            </a:r>
          </a:p>
          <a:p>
            <a:pPr marL="174625" indent="-174625">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lvl1pPr>
          </a:lstStyle>
          <a:p>
            <a:r>
              <a:rPr lang="en-US"/>
              <a:t>Click to edit Master title style</a:t>
            </a:r>
          </a:p>
        </p:txBody>
      </p:sp>
    </p:spTree>
    <p:extLst>
      <p:ext uri="{BB962C8B-B14F-4D97-AF65-F5344CB8AC3E}">
        <p14:creationId xmlns:p14="http://schemas.microsoft.com/office/powerpoint/2010/main" val="36228230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Divider 4">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chemeClr val="accent2"/>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bg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FF1F3A0A-741D-4634-B260-DC2AC3B3B4A5}"/>
              </a:ext>
              <a:ext uri="{C183D7F6-B498-43B3-948B-1728B52AA6E4}">
                <adec:decorative xmlns:adec="http://schemas.microsoft.com/office/drawing/2017/decorative" val="1"/>
              </a:ext>
            </a:extLst>
          </p:cNvPr>
          <p:cNvSpPr/>
          <p:nvPr userDrawn="1"/>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5" indent="-174625">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5" indent="-174625">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spTree>
    <p:extLst>
      <p:ext uri="{BB962C8B-B14F-4D97-AF65-F5344CB8AC3E}">
        <p14:creationId xmlns:p14="http://schemas.microsoft.com/office/powerpoint/2010/main" val="320552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Divider 5">
    <p:bg>
      <p:bgPr>
        <a:solidFill>
          <a:schemeClr val="accent3"/>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rgbClr val="00B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00BAD6"/>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9D65C71B-4FCE-CBB0-293A-AA672621E81E}"/>
              </a:ext>
              <a:ext uri="{C183D7F6-B498-43B3-948B-1728B52AA6E4}">
                <adec:decorative xmlns:adec="http://schemas.microsoft.com/office/drawing/2017/decorative" val="1"/>
              </a:ext>
            </a:extLst>
          </p:cNvPr>
          <p:cNvSpPr/>
          <p:nvPr userDrawn="1"/>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5" indent="-174625">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5" indent="-174625">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spTree>
    <p:extLst>
      <p:ext uri="{BB962C8B-B14F-4D97-AF65-F5344CB8AC3E}">
        <p14:creationId xmlns:p14="http://schemas.microsoft.com/office/powerpoint/2010/main" val="21814560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Divider 6">
    <p:bg>
      <p:bgPr>
        <a:solidFill>
          <a:schemeClr val="accent4"/>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rgbClr val="E615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E6154A"/>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tx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56C00429-0DB9-D129-A63A-156A3D854FB6}"/>
              </a:ext>
              <a:ext uri="{C183D7F6-B498-43B3-948B-1728B52AA6E4}">
                <adec:decorative xmlns:adec="http://schemas.microsoft.com/office/drawing/2017/decorative" val="1"/>
              </a:ext>
            </a:extLst>
          </p:cNvPr>
          <p:cNvSpPr/>
          <p:nvPr userDrawn="1"/>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5" indent="-174625">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5" indent="-174625">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spTree>
    <p:extLst>
      <p:ext uri="{BB962C8B-B14F-4D97-AF65-F5344CB8AC3E}">
        <p14:creationId xmlns:p14="http://schemas.microsoft.com/office/powerpoint/2010/main" val="25788113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Divider 7">
    <p:bg>
      <p:bgPr>
        <a:solidFill>
          <a:schemeClr val="accent5"/>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9488F0"/>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3E450F9A-D728-B5D6-3FC5-C27AC11D44A9}"/>
              </a:ext>
              <a:ext uri="{C183D7F6-B498-43B3-948B-1728B52AA6E4}">
                <adec:decorative xmlns:adec="http://schemas.microsoft.com/office/drawing/2017/decorative" val="1"/>
              </a:ext>
            </a:extLst>
          </p:cNvPr>
          <p:cNvSpPr/>
          <p:nvPr userDrawn="1"/>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5" indent="-174625">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5" indent="-174625">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spTree>
    <p:extLst>
      <p:ext uri="{BB962C8B-B14F-4D97-AF65-F5344CB8AC3E}">
        <p14:creationId xmlns:p14="http://schemas.microsoft.com/office/powerpoint/2010/main" val="26923425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Divider 8">
    <p:bg>
      <p:bgPr>
        <a:solidFill>
          <a:schemeClr val="accent6"/>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B3CC3E"/>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82377B0C-1977-78BE-9100-982B02F0EB9E}"/>
              </a:ext>
              <a:ext uri="{C183D7F6-B498-43B3-948B-1728B52AA6E4}">
                <adec:decorative xmlns:adec="http://schemas.microsoft.com/office/drawing/2017/decorative" val="1"/>
              </a:ext>
            </a:extLst>
          </p:cNvPr>
          <p:cNvSpPr/>
          <p:nvPr userDrawn="1"/>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bg1"/>
                </a:solidFill>
              </a:rPr>
              <a:t>IMAGE Layout INSTRUCTIONS</a:t>
            </a:r>
          </a:p>
          <a:p>
            <a:pPr marL="174625" indent="-174625">
              <a:spcBef>
                <a:spcPts val="1200"/>
              </a:spcBef>
              <a:buFont typeface="Avenir Next LT Pro" panose="020B0504020202020204" pitchFamily="34" charset="0"/>
              <a:buChar char="•"/>
            </a:pPr>
            <a:r>
              <a:rPr lang="en-US" sz="1000">
                <a:solidFill>
                  <a:schemeClr val="bg1"/>
                </a:solidFill>
              </a:rPr>
              <a:t>Click the image icon. </a:t>
            </a:r>
            <a:br>
              <a:rPr lang="en-US" sz="1000">
                <a:solidFill>
                  <a:schemeClr val="bg1"/>
                </a:solidFill>
              </a:rPr>
            </a:br>
            <a:r>
              <a:rPr lang="en-US" sz="1000">
                <a:solidFill>
                  <a:schemeClr val="bg1"/>
                </a:solidFill>
              </a:rPr>
              <a:t>Find and insert your image. </a:t>
            </a:r>
          </a:p>
          <a:p>
            <a:pPr marL="174625" indent="-174625">
              <a:spcBef>
                <a:spcPts val="1200"/>
              </a:spcBef>
              <a:buFont typeface="Avenir Next LT Pro" panose="020B0504020202020204" pitchFamily="34" charset="0"/>
              <a:buChar char="•"/>
            </a:pPr>
            <a:r>
              <a:rPr lang="en-US" sz="1000">
                <a:solidFill>
                  <a:schemeClr val="bg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bg1"/>
                </a:solidFill>
              </a:rPr>
              <a:t>The logo should always be either </a:t>
            </a:r>
            <a:br>
              <a:rPr lang="en-US" sz="1000">
                <a:solidFill>
                  <a:schemeClr val="bg1"/>
                </a:solidFill>
              </a:rPr>
            </a:br>
            <a:r>
              <a:rPr lang="en-US" sz="1000">
                <a:solidFill>
                  <a:schemeClr val="bg1"/>
                </a:solidFill>
              </a:rPr>
              <a:t>Dark Gray, Text 1, White, Background 1 </a:t>
            </a:r>
            <a:br>
              <a:rPr lang="en-US" sz="1000">
                <a:solidFill>
                  <a:schemeClr val="bg1"/>
                </a:solidFill>
              </a:rPr>
            </a:br>
            <a:r>
              <a:rPr lang="en-US" sz="1000">
                <a:solidFill>
                  <a:schemeClr val="bg1"/>
                </a:solidFill>
              </a:rPr>
              <a:t>or Blue, Accent 1.</a:t>
            </a:r>
          </a:p>
        </p:txBody>
      </p:sp>
    </p:spTree>
    <p:extLst>
      <p:ext uri="{BB962C8B-B14F-4D97-AF65-F5344CB8AC3E}">
        <p14:creationId xmlns:p14="http://schemas.microsoft.com/office/powerpoint/2010/main" val="319810987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osing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hasCustomPrompt="1"/>
          </p:nvPr>
        </p:nvSpPr>
        <p:spPr>
          <a:xfrm>
            <a:off x="138684" y="0"/>
            <a:ext cx="12053316" cy="6858000"/>
          </a:xfrm>
          <a:solidFill>
            <a:schemeClr val="accent2"/>
          </a:solidFill>
        </p:spPr>
        <p:txBody>
          <a:bodyPr/>
          <a:lstStyle>
            <a:lvl1pPr marL="0" indent="0" algn="l">
              <a:buNone/>
              <a:defRPr sz="9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38685" y="0"/>
            <a:ext cx="12053315" cy="6858000"/>
          </a:xfrm>
          <a:gradFill>
            <a:gsLst>
              <a:gs pos="0">
                <a:schemeClr val="bg1">
                  <a:alpha val="70000"/>
                </a:schemeClr>
              </a:gs>
              <a:gs pos="75000">
                <a:schemeClr val="bg1">
                  <a:alpha val="0"/>
                </a:schemeClr>
              </a:gs>
            </a:gsLst>
            <a:lin ang="0" scaled="1"/>
          </a:gradFill>
        </p:spPr>
        <p:txBody>
          <a:bodyPr/>
          <a:lstStyle>
            <a:lvl1pPr marL="0" indent="0">
              <a:buNone/>
              <a:defRPr sz="60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563418" y="571500"/>
            <a:ext cx="3538682" cy="5715002"/>
          </a:xfrm>
        </p:spPr>
        <p:txBody>
          <a:bodyPr anchor="ctr"/>
          <a:lstStyle>
            <a:lvl1pPr algn="l">
              <a:defRPr sz="5400">
                <a:solidFill>
                  <a:schemeClr val="tx1"/>
                </a:solidFill>
              </a:defRPr>
            </a:lvl1pPr>
          </a:lstStyle>
          <a:p>
            <a:r>
              <a:rPr lang="en-US"/>
              <a:t>Click to edit Master title style</a:t>
            </a:r>
          </a:p>
        </p:txBody>
      </p:sp>
      <p:sp>
        <p:nvSpPr>
          <p:cNvPr id="4" name="Rectangle 3">
            <a:extLst>
              <a:ext uri="{FF2B5EF4-FFF2-40B4-BE49-F238E27FC236}">
                <a16:creationId xmlns:a16="http://schemas.microsoft.com/office/drawing/2014/main" id="{A98816F9-B1F6-55A2-2F55-37CD35E66C50}"/>
              </a:ext>
              <a:ext uri="{C183D7F6-B498-43B3-948B-1728B52AA6E4}">
                <adec:decorative xmlns:adec="http://schemas.microsoft.com/office/drawing/2017/decorative" val="1"/>
              </a:ext>
            </a:extLst>
          </p:cNvPr>
          <p:cNvSpPr/>
          <p:nvPr userDrawn="1"/>
        </p:nvSpPr>
        <p:spPr>
          <a:xfrm>
            <a:off x="12443985" y="0"/>
            <a:ext cx="3077430" cy="6857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rtlCol="0" anchor="t"/>
          <a:lstStyle/>
          <a:p>
            <a:pPr>
              <a:spcBef>
                <a:spcPts val="1200"/>
              </a:spcBef>
            </a:pPr>
            <a:r>
              <a:rPr lang="en-US" sz="1000" b="1" cap="all">
                <a:solidFill>
                  <a:schemeClr val="tx1"/>
                </a:solidFill>
              </a:rPr>
              <a:t>IMAGE Layout INSTRUCTIONS</a:t>
            </a:r>
          </a:p>
          <a:p>
            <a:pPr marL="174625" indent="-174625">
              <a:spcBef>
                <a:spcPts val="1200"/>
              </a:spcBef>
              <a:buFont typeface="Avenir Next LT Pro" panose="020B0504020202020204" pitchFamily="34" charset="0"/>
              <a:buChar char="•"/>
            </a:pPr>
            <a:r>
              <a:rPr lang="en-US" sz="1000">
                <a:solidFill>
                  <a:schemeClr val="tx1"/>
                </a:solidFill>
              </a:rPr>
              <a:t>This layout is built in layers, with a colored overlay that should hover over the image. </a:t>
            </a:r>
          </a:p>
          <a:p>
            <a:pPr marL="174625" indent="-174625">
              <a:spcBef>
                <a:spcPts val="1200"/>
              </a:spcBef>
              <a:buFont typeface="Avenir Next LT Pro" panose="020B0504020202020204" pitchFamily="34" charset="0"/>
              <a:buChar char="•"/>
            </a:pPr>
            <a:r>
              <a:rPr lang="en-US" sz="1000">
                <a:solidFill>
                  <a:schemeClr val="tx1"/>
                </a:solidFill>
              </a:rPr>
              <a:t>In order to add an image, click on the </a:t>
            </a:r>
            <a:br>
              <a:rPr lang="en-US" sz="1000">
                <a:solidFill>
                  <a:schemeClr val="tx1"/>
                </a:solidFill>
              </a:rPr>
            </a:br>
            <a:r>
              <a:rPr lang="en-US" sz="1000">
                <a:solidFill>
                  <a:schemeClr val="tx1"/>
                </a:solidFill>
              </a:rPr>
              <a:t>gradient shape with the dotted line. </a:t>
            </a:r>
            <a:br>
              <a:rPr lang="en-US" sz="1000">
                <a:solidFill>
                  <a:schemeClr val="tx1"/>
                </a:solidFill>
              </a:rPr>
            </a:br>
            <a:r>
              <a:rPr lang="en-US" sz="1000">
                <a:solidFill>
                  <a:schemeClr val="tx1"/>
                </a:solidFill>
              </a:rPr>
              <a:t>Use Arrange &gt; Send to back.</a:t>
            </a:r>
          </a:p>
          <a:p>
            <a:pPr marL="174625" indent="-174625">
              <a:spcBef>
                <a:spcPts val="1200"/>
              </a:spcBef>
              <a:buFont typeface="Avenir Next LT Pro" panose="020B0504020202020204" pitchFamily="34" charset="0"/>
              <a:buChar char="•"/>
            </a:pPr>
            <a:r>
              <a:rPr lang="en-US" sz="1000">
                <a:solidFill>
                  <a:schemeClr val="tx1"/>
                </a:solidFill>
              </a:rPr>
              <a:t>Now the image icon will be clickable. </a:t>
            </a:r>
            <a:br>
              <a:rPr lang="en-US" sz="1000">
                <a:solidFill>
                  <a:schemeClr val="tx1"/>
                </a:solidFill>
              </a:rPr>
            </a:br>
            <a:r>
              <a:rPr lang="en-US" sz="1000">
                <a:solidFill>
                  <a:schemeClr val="tx1"/>
                </a:solidFill>
              </a:rPr>
              <a:t>Find and insert your image. </a:t>
            </a:r>
          </a:p>
          <a:p>
            <a:pPr marL="174625" indent="-174625">
              <a:spcBef>
                <a:spcPts val="1200"/>
              </a:spcBef>
              <a:buFont typeface="Avenir Next LT Pro" panose="020B0504020202020204" pitchFamily="34" charset="0"/>
              <a:buChar char="•"/>
            </a:pPr>
            <a:r>
              <a:rPr lang="en-US" sz="1000">
                <a:solidFill>
                  <a:schemeClr val="tx1"/>
                </a:solidFill>
              </a:rPr>
              <a:t>To correct the order, use the Reset button. </a:t>
            </a:r>
            <a:br>
              <a:rPr lang="en-US" sz="1000">
                <a:solidFill>
                  <a:schemeClr val="tx1"/>
                </a:solidFill>
              </a:rPr>
            </a:br>
            <a:r>
              <a:rPr lang="en-US" sz="1000">
                <a:solidFill>
                  <a:schemeClr val="tx1"/>
                </a:solidFill>
              </a:rPr>
              <a:t>If the Reset button upsets any cropping, </a:t>
            </a:r>
            <a:br>
              <a:rPr lang="en-US" sz="1000">
                <a:solidFill>
                  <a:schemeClr val="tx1"/>
                </a:solidFill>
              </a:rPr>
            </a:br>
            <a:r>
              <a:rPr lang="en-US" sz="1000">
                <a:solidFill>
                  <a:schemeClr val="tx1"/>
                </a:solidFill>
              </a:rPr>
              <a:t>use Arrange &gt; Send to back when selected </a:t>
            </a:r>
            <a:br>
              <a:rPr lang="en-US" sz="1000">
                <a:solidFill>
                  <a:schemeClr val="tx1"/>
                </a:solidFill>
              </a:rPr>
            </a:br>
            <a:r>
              <a:rPr lang="en-US" sz="1000">
                <a:solidFill>
                  <a:schemeClr val="tx1"/>
                </a:solidFill>
              </a:rPr>
              <a:t>on the image. </a:t>
            </a:r>
          </a:p>
          <a:p>
            <a:pPr marL="174625" indent="-174625">
              <a:spcBef>
                <a:spcPts val="1200"/>
              </a:spcBef>
              <a:buFont typeface="Avenir Next LT Pro" panose="020B0504020202020204" pitchFamily="34" charset="0"/>
              <a:buChar char="•"/>
            </a:pPr>
            <a:r>
              <a:rPr lang="en-US" sz="1000">
                <a:solidFill>
                  <a:schemeClr val="tx1"/>
                </a:solidFill>
              </a:rPr>
              <a:t>The Slalom logo should be easy to read over your image. If it is hard to see, select the logo and change the color fill.</a:t>
            </a:r>
          </a:p>
          <a:p>
            <a:pPr marL="174625" indent="-174625">
              <a:spcBef>
                <a:spcPts val="1200"/>
              </a:spcBef>
              <a:buFont typeface="Avenir Next LT Pro" panose="020B0504020202020204" pitchFamily="34" charset="0"/>
              <a:buChar char="•"/>
            </a:pPr>
            <a:r>
              <a:rPr lang="en-US" sz="1000">
                <a:solidFill>
                  <a:schemeClr val="tx1"/>
                </a:solidFill>
              </a:rPr>
              <a:t>The logo should always be either </a:t>
            </a:r>
            <a:br>
              <a:rPr lang="en-US" sz="1000">
                <a:solidFill>
                  <a:schemeClr val="tx1"/>
                </a:solidFill>
              </a:rPr>
            </a:br>
            <a:r>
              <a:rPr lang="en-US" sz="1000">
                <a:solidFill>
                  <a:schemeClr val="tx1"/>
                </a:solidFill>
              </a:rPr>
              <a:t>Dark Gray, Text 1, White, Background 1 </a:t>
            </a:r>
            <a:br>
              <a:rPr lang="en-US" sz="1000">
                <a:solidFill>
                  <a:schemeClr val="tx1"/>
                </a:solidFill>
              </a:rPr>
            </a:br>
            <a:r>
              <a:rPr lang="en-US" sz="1000">
                <a:solidFill>
                  <a:schemeClr val="tx1"/>
                </a:solidFill>
              </a:rPr>
              <a:t>or Blue, Accent 1.</a:t>
            </a:r>
          </a:p>
        </p:txBody>
      </p:sp>
    </p:spTree>
    <p:extLst>
      <p:ext uri="{BB962C8B-B14F-4D97-AF65-F5344CB8AC3E}">
        <p14:creationId xmlns:p14="http://schemas.microsoft.com/office/powerpoint/2010/main" val="829107876"/>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nd of Layout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11500" b="1" cap="all" baseline="0"/>
              <a:t>Do not use layouts past this point</a:t>
            </a:r>
          </a:p>
        </p:txBody>
      </p:sp>
    </p:spTree>
    <p:extLst>
      <p:ext uri="{BB962C8B-B14F-4D97-AF65-F5344CB8AC3E}">
        <p14:creationId xmlns:p14="http://schemas.microsoft.com/office/powerpoint/2010/main" val="30572842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9">
            <a:extLst>
              <a:ext uri="{FF2B5EF4-FFF2-40B4-BE49-F238E27FC236}">
                <a16:creationId xmlns:a16="http://schemas.microsoft.com/office/drawing/2014/main" id="{B8542C79-3E51-6C46-FD1D-3F548800442C}"/>
              </a:ext>
              <a:ext uri="{C183D7F6-B498-43B3-948B-1728B52AA6E4}">
                <adec:decorative xmlns:adec="http://schemas.microsoft.com/office/drawing/2017/decorative" val="1"/>
              </a:ext>
            </a:extLst>
          </p:cNvPr>
          <p:cNvPicPr>
            <a:picLocks noChangeAspect="1"/>
          </p:cNvPicPr>
          <p:nvPr userDrawn="1"/>
        </p:nvPicPr>
        <p:blipFill>
          <a:blip r:embed="rId55" cstate="print">
            <a:extLst>
              <a:ext uri="{28A0092B-C50C-407E-A947-70E740481C1C}">
                <a14:useLocalDpi xmlns:a14="http://schemas.microsoft.com/office/drawing/2010/main" val="0"/>
              </a:ext>
              <a:ext uri="{96DAC541-7B7A-43D3-8B79-37D633B846F1}">
                <asvg:svgBlip xmlns:asvg="http://schemas.microsoft.com/office/drawing/2016/SVG/main" r:embed="rId56"/>
              </a:ext>
            </a:extLst>
          </a:blip>
          <a:srcRect/>
          <a:stretch/>
        </p:blipFill>
        <p:spPr>
          <a:xfrm>
            <a:off x="571500" y="6472119"/>
            <a:ext cx="562567" cy="145851"/>
          </a:xfrm>
          <a:prstGeom prst="rect">
            <a:avLst/>
          </a:prstGeom>
        </p:spPr>
      </p:pic>
      <p:sp>
        <p:nvSpPr>
          <p:cNvPr id="2" name="Title Placeholder 1">
            <a:extLst>
              <a:ext uri="{FF2B5EF4-FFF2-40B4-BE49-F238E27FC236}">
                <a16:creationId xmlns:a16="http://schemas.microsoft.com/office/drawing/2014/main" id="{948FBA51-83A7-418F-9111-FF640E9D135D}"/>
              </a:ext>
            </a:extLst>
          </p:cNvPr>
          <p:cNvSpPr>
            <a:spLocks noGrp="1"/>
          </p:cNvSpPr>
          <p:nvPr>
            <p:ph type="title"/>
          </p:nvPr>
        </p:nvSpPr>
        <p:spPr>
          <a:xfrm>
            <a:off x="571500" y="571501"/>
            <a:ext cx="11049000" cy="99060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FA9BDFA8-3817-4733-A7E6-C391835FC246}"/>
              </a:ext>
            </a:extLst>
          </p:cNvPr>
          <p:cNvSpPr>
            <a:spLocks noGrp="1"/>
          </p:cNvSpPr>
          <p:nvPr>
            <p:ph type="body" idx="1"/>
          </p:nvPr>
        </p:nvSpPr>
        <p:spPr>
          <a:xfrm>
            <a:off x="571500" y="2933700"/>
            <a:ext cx="11049000" cy="335279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B1261B06-3F99-1DA3-3B13-025F807F77FC}"/>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sp>
        <p:nvSpPr>
          <p:cNvPr id="5" name="Footer Placeholder 4">
            <a:extLst>
              <a:ext uri="{FF2B5EF4-FFF2-40B4-BE49-F238E27FC236}">
                <a16:creationId xmlns:a16="http://schemas.microsoft.com/office/drawing/2014/main" id="{70E8890C-677F-4C91-82E6-627D8C881C36}"/>
              </a:ext>
              <a:ext uri="{C183D7F6-B498-43B3-948B-1728B52AA6E4}">
                <adec:decorative xmlns:adec="http://schemas.microsoft.com/office/drawing/2017/decorative" val="1"/>
              </a:ext>
            </a:extLst>
          </p:cNvPr>
          <p:cNvSpPr>
            <a:spLocks noGrp="1"/>
          </p:cNvSpPr>
          <p:nvPr>
            <p:ph type="ftr" sz="quarter" idx="3"/>
          </p:nvPr>
        </p:nvSpPr>
        <p:spPr>
          <a:xfrm>
            <a:off x="1645217" y="6503670"/>
            <a:ext cx="6518274" cy="137160"/>
          </a:xfrm>
          <a:prstGeom prst="rect">
            <a:avLst/>
          </a:prstGeom>
        </p:spPr>
        <p:txBody>
          <a:bodyPr vert="horz" lIns="0" tIns="0" rIns="0" bIns="0" rtlCol="0" anchor="b"/>
          <a:lstStyle>
            <a:lvl1pPr algn="l">
              <a:defRPr sz="800">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C87AF948-68C6-4080-96A4-341B3E72654F}"/>
              </a:ext>
              <a:ext uri="{C183D7F6-B498-43B3-948B-1728B52AA6E4}">
                <adec:decorative xmlns:adec="http://schemas.microsoft.com/office/drawing/2017/decorative" val="1"/>
              </a:ext>
            </a:extLst>
          </p:cNvPr>
          <p:cNvSpPr>
            <a:spLocks noGrp="1"/>
          </p:cNvSpPr>
          <p:nvPr>
            <p:ph type="dt" sz="half" idx="2"/>
          </p:nvPr>
        </p:nvSpPr>
        <p:spPr>
          <a:xfrm>
            <a:off x="1384477" y="6503670"/>
            <a:ext cx="255977" cy="137160"/>
          </a:xfrm>
          <a:prstGeom prst="rect">
            <a:avLst/>
          </a:prstGeom>
        </p:spPr>
        <p:txBody>
          <a:bodyPr vert="horz" wrap="none" lIns="0" tIns="0" rIns="0" bIns="0" rtlCol="0" anchor="b"/>
          <a:lstStyle>
            <a:lvl1pPr algn="l">
              <a:defRPr sz="800">
                <a:solidFill>
                  <a:schemeClr val="tx2"/>
                </a:solidFill>
              </a:defRPr>
            </a:lvl1pPr>
          </a:lstStyle>
          <a:p>
            <a:fld id="{02D25020-0143-4C28-AF12-D7B43E151733}" type="datetimeyyyy">
              <a:rPr lang="en-US" smtClean="0"/>
              <a:t>2024</a:t>
            </a:fld>
            <a:endParaRPr lang="en-US"/>
          </a:p>
        </p:txBody>
      </p:sp>
      <p:sp>
        <p:nvSpPr>
          <p:cNvPr id="6" name="Slide Number Placeholder 5">
            <a:extLst>
              <a:ext uri="{FF2B5EF4-FFF2-40B4-BE49-F238E27FC236}">
                <a16:creationId xmlns:a16="http://schemas.microsoft.com/office/drawing/2014/main" id="{BBB351C1-F417-4576-B405-26A2525BAB69}"/>
              </a:ext>
              <a:ext uri="{C183D7F6-B498-43B3-948B-1728B52AA6E4}">
                <adec:decorative xmlns:adec="http://schemas.microsoft.com/office/drawing/2017/decorative" val="1"/>
              </a:ext>
            </a:extLst>
          </p:cNvPr>
          <p:cNvSpPr>
            <a:spLocks noGrp="1"/>
          </p:cNvSpPr>
          <p:nvPr>
            <p:ph type="sldNum" sz="quarter" idx="4"/>
          </p:nvPr>
        </p:nvSpPr>
        <p:spPr>
          <a:xfrm>
            <a:off x="11277601" y="6503670"/>
            <a:ext cx="342898" cy="137160"/>
          </a:xfrm>
          <a:prstGeom prst="rect">
            <a:avLst/>
          </a:prstGeom>
        </p:spPr>
        <p:txBody>
          <a:bodyPr vert="horz" lIns="0" tIns="0" rIns="0" bIns="0" rtlCol="0" anchor="b"/>
          <a:lstStyle>
            <a:lvl1pPr algn="r">
              <a:defRPr sz="800">
                <a:solidFill>
                  <a:schemeClr val="tx2"/>
                </a:solidFill>
              </a:defRPr>
            </a:lvl1pPr>
          </a:lstStyle>
          <a:p>
            <a:fld id="{B2643E34-DC33-45ED-8E33-EC0D5991E9A4}" type="slidenum">
              <a:rPr lang="en-US" smtClean="0"/>
              <a:pPr/>
              <a:t>‹#›</a:t>
            </a:fld>
            <a:endParaRPr lang="en-US"/>
          </a:p>
        </p:txBody>
      </p:sp>
    </p:spTree>
    <p:extLst>
      <p:ext uri="{BB962C8B-B14F-4D97-AF65-F5344CB8AC3E}">
        <p14:creationId xmlns:p14="http://schemas.microsoft.com/office/powerpoint/2010/main" val="1065508376"/>
      </p:ext>
    </p:extLst>
  </p:cSld>
  <p:clrMap bg1="lt1" tx1="dk1" bg2="lt2" tx2="dk2" accent1="accent1" accent2="accent2" accent3="accent3" accent4="accent4" accent5="accent5" accent6="accent6" hlink="hlink" folHlink="folHlink"/>
  <p:sldLayoutIdLst>
    <p:sldLayoutId id="2147483681" r:id="rId1"/>
    <p:sldLayoutId id="2147483684" r:id="rId2"/>
    <p:sldLayoutId id="2147483719" r:id="rId3"/>
    <p:sldLayoutId id="2147483680" r:id="rId4"/>
    <p:sldLayoutId id="2147483667" r:id="rId5"/>
    <p:sldLayoutId id="2147483718" r:id="rId6"/>
    <p:sldLayoutId id="2147483668" r:id="rId7"/>
    <p:sldLayoutId id="2147483670" r:id="rId8"/>
    <p:sldLayoutId id="2147483671" r:id="rId9"/>
    <p:sldLayoutId id="2147483702" r:id="rId10"/>
    <p:sldLayoutId id="2147483723" r:id="rId11"/>
    <p:sldLayoutId id="2147483676" r:id="rId12"/>
    <p:sldLayoutId id="2147483706" r:id="rId13"/>
    <p:sldLayoutId id="2147483703" r:id="rId14"/>
    <p:sldLayoutId id="2147483704" r:id="rId15"/>
    <p:sldLayoutId id="2147483705" r:id="rId16"/>
    <p:sldLayoutId id="2147483725" r:id="rId17"/>
    <p:sldLayoutId id="2147483700" r:id="rId18"/>
    <p:sldLayoutId id="2147483701" r:id="rId19"/>
    <p:sldLayoutId id="2147483709" r:id="rId20"/>
    <p:sldLayoutId id="2147483721" r:id="rId21"/>
    <p:sldLayoutId id="2147483688" r:id="rId22"/>
    <p:sldLayoutId id="2147483690" r:id="rId23"/>
    <p:sldLayoutId id="2147483689" r:id="rId24"/>
    <p:sldLayoutId id="2147483691" r:id="rId25"/>
    <p:sldLayoutId id="2147483692" r:id="rId26"/>
    <p:sldLayoutId id="2147483693" r:id="rId27"/>
    <p:sldLayoutId id="2147483694" r:id="rId28"/>
    <p:sldLayoutId id="2147483695" r:id="rId29"/>
    <p:sldLayoutId id="2147483696" r:id="rId30"/>
    <p:sldLayoutId id="2147483707" r:id="rId31"/>
    <p:sldLayoutId id="2147483697" r:id="rId32"/>
    <p:sldLayoutId id="2147483733" r:id="rId33"/>
    <p:sldLayoutId id="2147483699" r:id="rId34"/>
    <p:sldLayoutId id="2147483717" r:id="rId35"/>
    <p:sldLayoutId id="2147483730" r:id="rId36"/>
    <p:sldLayoutId id="2147483731" r:id="rId37"/>
    <p:sldLayoutId id="2147483724" r:id="rId38"/>
    <p:sldLayoutId id="2147483672" r:id="rId39"/>
    <p:sldLayoutId id="2147483673" r:id="rId40"/>
    <p:sldLayoutId id="2147483729" r:id="rId41"/>
    <p:sldLayoutId id="2147483665" r:id="rId42"/>
    <p:sldLayoutId id="2147483682" r:id="rId43"/>
    <p:sldLayoutId id="2147483683" r:id="rId44"/>
    <p:sldLayoutId id="2147483720" r:id="rId45"/>
    <p:sldLayoutId id="2147483666" r:id="rId46"/>
    <p:sldLayoutId id="2147483711" r:id="rId47"/>
    <p:sldLayoutId id="2147483712" r:id="rId48"/>
    <p:sldLayoutId id="2147483713" r:id="rId49"/>
    <p:sldLayoutId id="2147483714" r:id="rId50"/>
    <p:sldLayoutId id="2147483715" r:id="rId51"/>
    <p:sldLayoutId id="2147483722" r:id="rId52"/>
    <p:sldLayoutId id="2147483679" r:id="rId53"/>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7013" indent="-227013" algn="l" defTabSz="914400" rtl="0" eaLnBrk="1" latinLnBrk="0" hangingPunct="1">
        <a:lnSpc>
          <a:spcPct val="110000"/>
        </a:lnSpc>
        <a:spcBef>
          <a:spcPts val="0"/>
        </a:spcBef>
        <a:spcAft>
          <a:spcPts val="1000"/>
        </a:spcAft>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10000"/>
        </a:lnSpc>
        <a:spcBef>
          <a:spcPts val="0"/>
        </a:spcBef>
        <a:spcAft>
          <a:spcPts val="600"/>
        </a:spcAft>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60" userDrawn="1">
          <p15:clr>
            <a:srgbClr val="F26B43"/>
          </p15:clr>
        </p15:guide>
        <p15:guide id="4" pos="808" userDrawn="1">
          <p15:clr>
            <a:srgbClr val="A4A3A4"/>
          </p15:clr>
        </p15:guide>
        <p15:guide id="5" pos="952" userDrawn="1">
          <p15:clr>
            <a:srgbClr val="A4A3A4"/>
          </p15:clr>
        </p15:guide>
        <p15:guide id="6" pos="1400" userDrawn="1">
          <p15:clr>
            <a:srgbClr val="A4A3A4"/>
          </p15:clr>
        </p15:guide>
        <p15:guide id="7" pos="1536" userDrawn="1">
          <p15:clr>
            <a:srgbClr val="A4A3A4"/>
          </p15:clr>
        </p15:guide>
        <p15:guide id="8" pos="1992" userDrawn="1">
          <p15:clr>
            <a:srgbClr val="A4A3A4"/>
          </p15:clr>
        </p15:guide>
        <p15:guide id="9" pos="2136" userDrawn="1">
          <p15:clr>
            <a:srgbClr val="A4A3A4"/>
          </p15:clr>
        </p15:guide>
        <p15:guide id="10" pos="2584" userDrawn="1">
          <p15:clr>
            <a:srgbClr val="5ACBF0"/>
          </p15:clr>
        </p15:guide>
        <p15:guide id="11" pos="2728" userDrawn="1">
          <p15:clr>
            <a:srgbClr val="5ACBF0"/>
          </p15:clr>
        </p15:guide>
        <p15:guide id="12" pos="3176" userDrawn="1">
          <p15:clr>
            <a:srgbClr val="A4A3A4"/>
          </p15:clr>
        </p15:guide>
        <p15:guide id="13" pos="3320" userDrawn="1">
          <p15:clr>
            <a:srgbClr val="A4A3A4"/>
          </p15:clr>
        </p15:guide>
        <p15:guide id="14" pos="3768" userDrawn="1">
          <p15:clr>
            <a:srgbClr val="FBAE40"/>
          </p15:clr>
        </p15:guide>
        <p15:guide id="15" pos="3912" userDrawn="1">
          <p15:clr>
            <a:srgbClr val="FBAE40"/>
          </p15:clr>
        </p15:guide>
        <p15:guide id="16" pos="4360" userDrawn="1">
          <p15:clr>
            <a:srgbClr val="A4A3A4"/>
          </p15:clr>
        </p15:guide>
        <p15:guide id="17" pos="4504" userDrawn="1">
          <p15:clr>
            <a:srgbClr val="A4A3A4"/>
          </p15:clr>
        </p15:guide>
        <p15:guide id="18" pos="4952" userDrawn="1">
          <p15:clr>
            <a:srgbClr val="5ACBF0"/>
          </p15:clr>
        </p15:guide>
        <p15:guide id="19" pos="5096" userDrawn="1">
          <p15:clr>
            <a:srgbClr val="5ACBF0"/>
          </p15:clr>
        </p15:guide>
        <p15:guide id="20" pos="5544" userDrawn="1">
          <p15:clr>
            <a:srgbClr val="A4A3A4"/>
          </p15:clr>
        </p15:guide>
        <p15:guide id="21" pos="5688" userDrawn="1">
          <p15:clr>
            <a:srgbClr val="A4A3A4"/>
          </p15:clr>
        </p15:guide>
        <p15:guide id="22" pos="6136" userDrawn="1">
          <p15:clr>
            <a:srgbClr val="A4A3A4"/>
          </p15:clr>
        </p15:guide>
        <p15:guide id="23" pos="6280" userDrawn="1">
          <p15:clr>
            <a:srgbClr val="A4A3A4"/>
          </p15:clr>
        </p15:guide>
        <p15:guide id="24" pos="6728" userDrawn="1">
          <p15:clr>
            <a:srgbClr val="A4A3A4"/>
          </p15:clr>
        </p15:guide>
        <p15:guide id="25" pos="6872" userDrawn="1">
          <p15:clr>
            <a:srgbClr val="A4A3A4"/>
          </p15:clr>
        </p15:guide>
        <p15:guide id="26" pos="7320" userDrawn="1">
          <p15:clr>
            <a:srgbClr val="F26B43"/>
          </p15:clr>
        </p15:guide>
        <p15:guide id="27" orient="horz" userDrawn="1">
          <p15:clr>
            <a:srgbClr val="F26B43"/>
          </p15:clr>
        </p15:guide>
        <p15:guide id="28" orient="horz" pos="4320" userDrawn="1">
          <p15:clr>
            <a:srgbClr val="F26B43"/>
          </p15:clr>
        </p15:guide>
        <p15:guide id="29" orient="horz" pos="360" userDrawn="1">
          <p15:clr>
            <a:srgbClr val="F26B43"/>
          </p15:clr>
        </p15:guide>
        <p15:guide id="31" orient="horz" pos="3960" userDrawn="1">
          <p15:clr>
            <a:srgbClr val="F26B43"/>
          </p15:clr>
        </p15:guide>
        <p15:guide id="32" orient="horz" pos="984" userDrawn="1">
          <p15:clr>
            <a:srgbClr val="F26B43"/>
          </p15:clr>
        </p15:guide>
        <p15:guide id="33" orient="horz" pos="1728" userDrawn="1">
          <p15:clr>
            <a:srgbClr val="5ACBF0"/>
          </p15:clr>
        </p15:guide>
        <p15:guide id="34" orient="horz" pos="2592" userDrawn="1">
          <p15:clr>
            <a:srgbClr val="A4A3A4"/>
          </p15:clr>
        </p15:guide>
        <p15:guide id="35" orient="horz" pos="3336" userDrawn="1">
          <p15:clr>
            <a:srgbClr val="A4A3A4"/>
          </p15:clr>
        </p15:guide>
        <p15:guide id="36" orient="horz" pos="1104" userDrawn="1">
          <p15:clr>
            <a:srgbClr val="5ACBF0"/>
          </p15:clr>
        </p15:guide>
        <p15:guide id="37" orient="horz" pos="1848" userDrawn="1">
          <p15:clr>
            <a:srgbClr val="F26B43"/>
          </p15:clr>
        </p15:guide>
        <p15:guide id="38" orient="horz" pos="2472" userDrawn="1">
          <p15:clr>
            <a:srgbClr val="A4A3A4"/>
          </p15:clr>
        </p15:guide>
        <p15:guide id="39" orient="horz" pos="3216"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7FFFC471_77864110.xml"/><Relationship Id="rId2" Type="http://schemas.openxmlformats.org/officeDocument/2006/relationships/notesSlide" Target="../notesSlides/notesSlide1.xml"/><Relationship Id="rId1" Type="http://schemas.openxmlformats.org/officeDocument/2006/relationships/slideLayout" Target="../slideLayouts/slideLayout37.xml"/><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9F7FB-A687-71C7-2043-0257ED9C5E63}"/>
              </a:ext>
            </a:extLst>
          </p:cNvPr>
          <p:cNvSpPr>
            <a:spLocks noGrp="1"/>
          </p:cNvSpPr>
          <p:nvPr>
            <p:ph type="title"/>
          </p:nvPr>
        </p:nvSpPr>
        <p:spPr>
          <a:xfrm>
            <a:off x="571501" y="1868128"/>
            <a:ext cx="3740914" cy="990600"/>
          </a:xfrm>
        </p:spPr>
        <p:txBody>
          <a:bodyPr/>
          <a:lstStyle/>
          <a:p>
            <a:r>
              <a:rPr lang="en-US" dirty="0">
                <a:solidFill>
                  <a:schemeClr val="accent1"/>
                </a:solidFill>
              </a:rPr>
              <a:t>Prishan</a:t>
            </a:r>
            <a:br>
              <a:rPr lang="en-US" dirty="0"/>
            </a:br>
            <a:r>
              <a:rPr lang="en-US" dirty="0"/>
              <a:t>Fernando</a:t>
            </a:r>
          </a:p>
        </p:txBody>
      </p:sp>
      <p:sp>
        <p:nvSpPr>
          <p:cNvPr id="2" name="Text Placeholder 1">
            <a:extLst>
              <a:ext uri="{FF2B5EF4-FFF2-40B4-BE49-F238E27FC236}">
                <a16:creationId xmlns:a16="http://schemas.microsoft.com/office/drawing/2014/main" id="{E6010461-A9B6-81C1-BFA0-704D3700C7DF}"/>
              </a:ext>
            </a:extLst>
          </p:cNvPr>
          <p:cNvSpPr>
            <a:spLocks noGrp="1"/>
          </p:cNvSpPr>
          <p:nvPr>
            <p:ph type="body" sz="quarter" idx="14"/>
          </p:nvPr>
        </p:nvSpPr>
        <p:spPr>
          <a:xfrm>
            <a:off x="595591" y="2897606"/>
            <a:ext cx="3874809" cy="3484948"/>
          </a:xfrm>
        </p:spPr>
        <p:txBody>
          <a:bodyPr vert="horz" lIns="0" tIns="0" rIns="0" bIns="0" rtlCol="0" anchor="t">
            <a:noAutofit/>
          </a:bodyPr>
          <a:lstStyle/>
          <a:p>
            <a:pPr marL="0" indent="0">
              <a:buNone/>
            </a:pPr>
            <a:r>
              <a:rPr lang="en-CA" sz="1050" b="1" dirty="0"/>
              <a:t>Director</a:t>
            </a:r>
            <a:r>
              <a:rPr lang="en-US" sz="1050" b="1" dirty="0"/>
              <a:t> Global Salesforce Vancouver</a:t>
            </a:r>
            <a:endParaRPr lang="en-US" dirty="0"/>
          </a:p>
          <a:p>
            <a:pPr marL="0" indent="0">
              <a:buNone/>
            </a:pPr>
            <a:r>
              <a:rPr lang="en-US" sz="1000" dirty="0">
                <a:solidFill>
                  <a:srgbClr val="09091C"/>
                </a:solidFill>
                <a:latin typeface="Slalom Sans Light" pitchFamily="2" charset="77"/>
              </a:rPr>
              <a:t>Prishan is a seasoned leader and Program Architect with over two decades of software development experience and over a decade of Salesforce expertise. He has a strong focus on technical architecture and leadership, excelling in the development of custom applications within the Salesforce ecosystem. </a:t>
            </a:r>
            <a:r>
              <a:rPr lang="en-US" sz="1000" dirty="0" err="1">
                <a:solidFill>
                  <a:srgbClr val="09091C"/>
                </a:solidFill>
                <a:latin typeface="Slalom Sans Light" pitchFamily="2" charset="77"/>
              </a:rPr>
              <a:t>Prishan’s</a:t>
            </a:r>
            <a:r>
              <a:rPr lang="en-US" sz="1000" dirty="0">
                <a:solidFill>
                  <a:srgbClr val="09091C"/>
                </a:solidFill>
                <a:latin typeface="Slalom Sans Light" pitchFamily="2" charset="77"/>
              </a:rPr>
              <a:t> proficiency in building tailored solutions has significantly impacted client satisfaction and business outcomes.</a:t>
            </a:r>
          </a:p>
          <a:p>
            <a:pPr marL="0" indent="0">
              <a:buNone/>
            </a:pPr>
            <a:r>
              <a:rPr lang="en-US" sz="1000" dirty="0">
                <a:solidFill>
                  <a:srgbClr val="09091C"/>
                </a:solidFill>
                <a:latin typeface="Slalom Sans Light" pitchFamily="2" charset="77"/>
              </a:rPr>
              <a:t>Prishan has consistently demonstrated his ability to architect and deliver complex solutions across multiple business units, systems, and technologies. He collaborates closely with both business and technology stakeholders, as well as executives, to co-create and implement solutions within a multi-vendor environment. His leadership has been pivotal in successfully leading numerous system migration and digital transformation programs for clients ranging from small businesses to enterprises, enabling them to achieve their business goals, drive operational excellence, and foster technological innovation.</a:t>
            </a:r>
          </a:p>
        </p:txBody>
      </p:sp>
      <p:sp>
        <p:nvSpPr>
          <p:cNvPr id="4" name="Footer Placeholder 3">
            <a:extLst>
              <a:ext uri="{FF2B5EF4-FFF2-40B4-BE49-F238E27FC236}">
                <a16:creationId xmlns:a16="http://schemas.microsoft.com/office/drawing/2014/main" id="{66878EDC-5953-C95D-986E-6ED8FE9ED31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dirty="0"/>
              <a:t>Slalom. All Rights Reserved. Proprietary and Confidential.</a:t>
            </a:r>
          </a:p>
        </p:txBody>
      </p:sp>
      <p:sp>
        <p:nvSpPr>
          <p:cNvPr id="5" name="Date Placeholder 4">
            <a:extLst>
              <a:ext uri="{FF2B5EF4-FFF2-40B4-BE49-F238E27FC236}">
                <a16:creationId xmlns:a16="http://schemas.microsoft.com/office/drawing/2014/main" id="{5F504848-D3C2-1E96-4775-4250891BCC30}"/>
              </a:ext>
              <a:ext uri="{C183D7F6-B498-43B3-948B-1728B52AA6E4}">
                <adec:decorative xmlns:adec="http://schemas.microsoft.com/office/drawing/2017/decorative" val="1"/>
              </a:ext>
            </a:extLst>
          </p:cNvPr>
          <p:cNvSpPr>
            <a:spLocks noGrp="1"/>
          </p:cNvSpPr>
          <p:nvPr>
            <p:ph type="dt" sz="half" idx="11"/>
          </p:nvPr>
        </p:nvSpPr>
        <p:spPr/>
        <p:txBody>
          <a:bodyPr/>
          <a:lstStyle/>
          <a:p>
            <a:fld id="{C5BCFF06-868F-47DE-9A00-67820839F4F6}" type="datetimeyyyy">
              <a:rPr lang="en-US" smtClean="0"/>
              <a:t>2024</a:t>
            </a:fld>
            <a:endParaRPr lang="en-US"/>
          </a:p>
        </p:txBody>
      </p:sp>
      <p:sp>
        <p:nvSpPr>
          <p:cNvPr id="6" name="Slide Number Placeholder 5">
            <a:extLst>
              <a:ext uri="{FF2B5EF4-FFF2-40B4-BE49-F238E27FC236}">
                <a16:creationId xmlns:a16="http://schemas.microsoft.com/office/drawing/2014/main" id="{89E5E84E-7605-141B-437A-6C9074D8E6D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1</a:t>
            </a:fld>
            <a:endParaRPr lang="en-US"/>
          </a:p>
        </p:txBody>
      </p:sp>
      <p:graphicFrame>
        <p:nvGraphicFramePr>
          <p:cNvPr id="10" name="Table 10">
            <a:extLst>
              <a:ext uri="{FF2B5EF4-FFF2-40B4-BE49-F238E27FC236}">
                <a16:creationId xmlns:a16="http://schemas.microsoft.com/office/drawing/2014/main" id="{BB372A59-6CB9-C510-D517-A483DF39B62E}"/>
              </a:ext>
            </a:extLst>
          </p:cNvPr>
          <p:cNvGraphicFramePr>
            <a:graphicFrameLocks noGrp="1"/>
          </p:cNvGraphicFramePr>
          <p:nvPr>
            <p:extLst>
              <p:ext uri="{D42A27DB-BD31-4B8C-83A1-F6EECF244321}">
                <p14:modId xmlns:p14="http://schemas.microsoft.com/office/powerpoint/2010/main" val="2186757953"/>
              </p:ext>
            </p:extLst>
          </p:nvPr>
        </p:nvGraphicFramePr>
        <p:xfrm>
          <a:off x="4664364" y="498301"/>
          <a:ext cx="4524850" cy="1600200"/>
        </p:xfrm>
        <a:graphic>
          <a:graphicData uri="http://schemas.openxmlformats.org/drawingml/2006/table">
            <a:tbl>
              <a:tblPr firstRow="1" bandRow="1">
                <a:tableStyleId>{6E25E649-3F16-4E02-A733-19D2CDBF48F0}</a:tableStyleId>
              </a:tblPr>
              <a:tblGrid>
                <a:gridCol w="4524850">
                  <a:extLst>
                    <a:ext uri="{9D8B030D-6E8A-4147-A177-3AD203B41FA5}">
                      <a16:colId xmlns:a16="http://schemas.microsoft.com/office/drawing/2014/main" val="782422778"/>
                    </a:ext>
                  </a:extLst>
                </a:gridCol>
              </a:tblGrid>
              <a:tr h="204100">
                <a:tc>
                  <a:txBody>
                    <a:bodyPr/>
                    <a:lstStyle/>
                    <a:p>
                      <a:r>
                        <a:rPr lang="en-CA" sz="1200" dirty="0">
                          <a:solidFill>
                            <a:schemeClr val="accent1"/>
                          </a:solidFill>
                        </a:rPr>
                        <a:t>RELEVANT EXPERIENCE</a:t>
                      </a:r>
                    </a:p>
                  </a:txBody>
                  <a:tcPr>
                    <a:lnL w="12700">
                      <a:noFill/>
                    </a:lnL>
                    <a:lnR w="12700">
                      <a:noFill/>
                    </a:lnR>
                    <a:lnT w="12700">
                      <a:noFill/>
                    </a:lnT>
                    <a:lnB w="12700">
                      <a:noFill/>
                    </a:lnB>
                    <a:lnTlToBr w="12700" cmpd="sng">
                      <a:noFill/>
                      <a:prstDash val="solid"/>
                    </a:lnTlToBr>
                    <a:lnBlToTr w="12700" cmpd="sng">
                      <a:noFill/>
                      <a:prstDash val="solid"/>
                    </a:lnBlToTr>
                    <a:noFill/>
                  </a:tcPr>
                </a:tc>
                <a:extLst>
                  <a:ext uri="{0D108BD9-81ED-4DB2-BD59-A6C34878D82A}">
                    <a16:rowId xmlns:a16="http://schemas.microsoft.com/office/drawing/2014/main" val="2387379457"/>
                  </a:ext>
                </a:extLst>
              </a:tr>
              <a:tr h="817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50" b="1" dirty="0"/>
                        <a:t>Technical Architect / Point Click Care</a:t>
                      </a:r>
                    </a:p>
                    <a:p>
                      <a:pPr marL="171450" indent="-171450">
                        <a:buFont typeface="Arial" panose="020B0604020202020204" pitchFamily="34" charset="0"/>
                        <a:buChar char="•"/>
                      </a:pPr>
                      <a:r>
                        <a:rPr lang="en-US" sz="1000" b="0" dirty="0"/>
                        <a:t>Assisted with Product to Cash discovery to figure business processes and optimal technical solution for PCC</a:t>
                      </a:r>
                    </a:p>
                    <a:p>
                      <a:pPr marL="171450" indent="-171450">
                        <a:buFont typeface="Arial" panose="020B0604020202020204" pitchFamily="34" charset="0"/>
                        <a:buChar char="•"/>
                      </a:pPr>
                      <a:r>
                        <a:rPr lang="en-US" sz="1000" b="0" dirty="0"/>
                        <a:t>Lead the new DevOps process and assist evaluating product vendors, branching and environment strategies </a:t>
                      </a:r>
                    </a:p>
                    <a:p>
                      <a:pPr marL="171450" indent="-171450">
                        <a:buFont typeface="Arial" panose="020B0604020202020204" pitchFamily="34" charset="0"/>
                        <a:buChar char="•"/>
                      </a:pPr>
                      <a:r>
                        <a:rPr lang="en-US" sz="1000" b="0" dirty="0"/>
                        <a:t>Provided Technical Architecture Oversite for the BAU Projects and led the design and implementation work streams</a:t>
                      </a:r>
                    </a:p>
                    <a:p>
                      <a:endParaRPr lang="en-US" sz="1050" b="0" dirty="0"/>
                    </a:p>
                  </a:txBody>
                  <a:tcPr>
                    <a:lnL w="12700">
                      <a:noFill/>
                    </a:lnL>
                    <a:lnR w="12700">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729782"/>
                  </a:ext>
                </a:extLst>
              </a:tr>
            </a:tbl>
          </a:graphicData>
        </a:graphic>
      </p:graphicFrame>
      <p:graphicFrame>
        <p:nvGraphicFramePr>
          <p:cNvPr id="11" name="Table 10">
            <a:extLst>
              <a:ext uri="{FF2B5EF4-FFF2-40B4-BE49-F238E27FC236}">
                <a16:creationId xmlns:a16="http://schemas.microsoft.com/office/drawing/2014/main" id="{F1A435B4-5018-791A-96CB-D756DFEC3A1D}"/>
              </a:ext>
            </a:extLst>
          </p:cNvPr>
          <p:cNvGraphicFramePr>
            <a:graphicFrameLocks noGrp="1"/>
          </p:cNvGraphicFramePr>
          <p:nvPr>
            <p:extLst>
              <p:ext uri="{D42A27DB-BD31-4B8C-83A1-F6EECF244321}">
                <p14:modId xmlns:p14="http://schemas.microsoft.com/office/powerpoint/2010/main" val="1150602491"/>
              </p:ext>
            </p:extLst>
          </p:nvPr>
        </p:nvGraphicFramePr>
        <p:xfrm>
          <a:off x="9338931" y="498301"/>
          <a:ext cx="2558474" cy="5425440"/>
        </p:xfrm>
        <a:graphic>
          <a:graphicData uri="http://schemas.openxmlformats.org/drawingml/2006/table">
            <a:tbl>
              <a:tblPr firstRow="1" bandRow="1">
                <a:tableStyleId>{6E25E649-3F16-4E02-A733-19D2CDBF48F0}</a:tableStyleId>
              </a:tblPr>
              <a:tblGrid>
                <a:gridCol w="2558474">
                  <a:extLst>
                    <a:ext uri="{9D8B030D-6E8A-4147-A177-3AD203B41FA5}">
                      <a16:colId xmlns:a16="http://schemas.microsoft.com/office/drawing/2014/main" val="782422778"/>
                    </a:ext>
                  </a:extLst>
                </a:gridCol>
              </a:tblGrid>
              <a:tr h="370840">
                <a:tc>
                  <a:txBody>
                    <a:bodyPr/>
                    <a:lstStyle/>
                    <a:p>
                      <a:r>
                        <a:rPr lang="en-CA" sz="1200" b="1" kern="1200" dirty="0">
                          <a:solidFill>
                            <a:schemeClr val="accent1"/>
                          </a:solidFill>
                          <a:latin typeface="+mn-lt"/>
                          <a:ea typeface="+mn-ea"/>
                          <a:cs typeface="+mn-cs"/>
                        </a:rPr>
                        <a:t>SKILLS</a:t>
                      </a:r>
                    </a:p>
                  </a:txBody>
                  <a:tcPr>
                    <a:lnT w="381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87379457"/>
                  </a:ext>
                </a:extLst>
              </a:tr>
              <a:tr h="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Technical &amp; </a:t>
                      </a:r>
                      <a:r>
                        <a:rPr lang="en-US" sz="1050" dirty="0">
                          <a:solidFill>
                            <a:srgbClr val="151527"/>
                          </a:solidFill>
                          <a:latin typeface="Slalom Sans Light" pitchFamily="2" charset="77"/>
                          <a:cs typeface="SlalomSans-Light"/>
                        </a:rPr>
                        <a:t>Solution </a:t>
                      </a:r>
                      <a:r>
                        <a:rPr kumimoji="0" lang="en-US" sz="105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Architecture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1200" dirty="0">
                          <a:solidFill>
                            <a:schemeClr val="dk1"/>
                          </a:solidFill>
                          <a:latin typeface="+mn-lt"/>
                          <a:ea typeface="+mn-ea"/>
                          <a:cs typeface="+mn-cs"/>
                        </a:rPr>
                        <a:t>Technology Architecture &amp; Strategy</a:t>
                      </a:r>
                      <a:endParaRPr lang="en-CA" sz="1050" dirty="0">
                        <a:latin typeface="+mn-lt"/>
                      </a:endParaRPr>
                    </a:p>
                    <a:p>
                      <a:pPr marL="171450" indent="-171450">
                        <a:buFont typeface="Arial" panose="020B0604020202020204" pitchFamily="34" charset="0"/>
                        <a:buChar char="•"/>
                      </a:pPr>
                      <a:r>
                        <a:rPr lang="en-CA" sz="1050" dirty="0">
                          <a:latin typeface="+mn-lt"/>
                        </a:rPr>
                        <a:t>Salesforce DevOps​</a:t>
                      </a:r>
                    </a:p>
                    <a:p>
                      <a:pPr marL="17907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50" kern="1200" dirty="0">
                          <a:solidFill>
                            <a:schemeClr val="dk1"/>
                          </a:solidFill>
                          <a:latin typeface="+mn-lt"/>
                          <a:ea typeface="+mn-ea"/>
                          <a:cs typeface="+mn-cs"/>
                        </a:rPr>
                        <a:t>Digital Transformation &amp; Delivery</a:t>
                      </a:r>
                    </a:p>
                    <a:p>
                      <a:pPr marL="171450" indent="-171450">
                        <a:buFont typeface="Arial" panose="020B0604020202020204" pitchFamily="34" charset="0"/>
                        <a:buChar char="•"/>
                      </a:pPr>
                      <a:r>
                        <a:rPr lang="en-CA" sz="1050" dirty="0">
                          <a:latin typeface="+mn-lt"/>
                        </a:rPr>
                        <a:t>Data Architecture</a:t>
                      </a:r>
                    </a:p>
                    <a:p>
                      <a:pPr marL="171450" indent="-171450">
                        <a:buFont typeface="Arial" panose="020B0604020202020204" pitchFamily="34" charset="0"/>
                        <a:buChar char="•"/>
                      </a:pPr>
                      <a:r>
                        <a:rPr lang="en-CA" sz="1050" dirty="0">
                          <a:latin typeface="+mn-lt"/>
                        </a:rPr>
                        <a:t>Tech Audit</a:t>
                      </a:r>
                    </a:p>
                    <a:p>
                      <a:pPr marL="171450" indent="-171450">
                        <a:buFont typeface="Arial" panose="020B0604020202020204" pitchFamily="34" charset="0"/>
                        <a:buChar char="•"/>
                      </a:pPr>
                      <a:r>
                        <a:rPr lang="en-CA" sz="1050" dirty="0">
                          <a:latin typeface="+mn-lt"/>
                        </a:rPr>
                        <a:t>Generative AI</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srgbClr val="151527"/>
                          </a:solidFill>
                          <a:latin typeface="Slalom Sans Light" pitchFamily="2" charset="77"/>
                          <a:cs typeface="SlalomSans-Light"/>
                        </a:rPr>
                        <a:t>LLM &amp; Vector Database</a:t>
                      </a:r>
                    </a:p>
                  </a:txBody>
                  <a:tcPr>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6375176"/>
                  </a:ext>
                </a:extLst>
              </a:tr>
              <a:tr h="370840">
                <a:tc>
                  <a:txBody>
                    <a:bodyPr/>
                    <a:lstStyle/>
                    <a:p>
                      <a:pPr lvl="0">
                        <a:buNone/>
                      </a:pPr>
                      <a:r>
                        <a:rPr lang="en-CA" sz="1050" b="1" kern="1200" dirty="0">
                          <a:solidFill>
                            <a:schemeClr val="accent1"/>
                          </a:solidFill>
                          <a:latin typeface="+mn-lt"/>
                          <a:ea typeface="+mn-ea"/>
                          <a:cs typeface="+mn-cs"/>
                        </a:rPr>
                        <a:t>INDUSTRY EXPERIENCE</a:t>
                      </a:r>
                    </a:p>
                  </a:txBody>
                  <a:tcP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679578"/>
                  </a:ext>
                </a:extLst>
              </a:tr>
              <a:tr h="370840">
                <a:tc>
                  <a:txBody>
                    <a:bodyPr/>
                    <a:lstStyle/>
                    <a:p>
                      <a:pPr marL="171450" lvl="0" indent="-171450" algn="l" defTabSz="914400" rtl="0" eaLnBrk="1" latinLnBrk="0" hangingPunct="1">
                        <a:buClr>
                          <a:srgbClr val="151515"/>
                        </a:buClr>
                        <a:buFont typeface="Arial" panose="020B0604020202020204" pitchFamily="34" charset="0"/>
                        <a:buChar char="•"/>
                      </a:pPr>
                      <a:r>
                        <a:rPr lang="en-US" sz="1050" kern="1200" noProof="0" dirty="0">
                          <a:solidFill>
                            <a:schemeClr val="dk1"/>
                          </a:solidFill>
                          <a:latin typeface="+mn-lt"/>
                          <a:ea typeface="+mn-ea"/>
                          <a:cs typeface="+mn-cs"/>
                        </a:rPr>
                        <a:t>Government – Provincial</a:t>
                      </a:r>
                    </a:p>
                    <a:p>
                      <a:pPr marL="171450" lvl="0" indent="-171450" algn="l" defTabSz="914400" rtl="0" eaLnBrk="1" latinLnBrk="0" hangingPunct="1">
                        <a:buClr>
                          <a:srgbClr val="151515"/>
                        </a:buClr>
                        <a:buFont typeface="Arial" panose="020B0604020202020204" pitchFamily="34" charset="0"/>
                        <a:buChar char="•"/>
                      </a:pPr>
                      <a:r>
                        <a:rPr lang="en-US" sz="1050" kern="1200" noProof="0" dirty="0">
                          <a:solidFill>
                            <a:schemeClr val="dk1"/>
                          </a:solidFill>
                          <a:latin typeface="+mn-lt"/>
                          <a:ea typeface="+mn-ea"/>
                          <a:cs typeface="+mn-cs"/>
                        </a:rPr>
                        <a:t>Manufacturing</a:t>
                      </a:r>
                    </a:p>
                    <a:p>
                      <a:pPr marL="171450" lvl="0" indent="-171450" algn="l" defTabSz="914400" rtl="0" eaLnBrk="1" latinLnBrk="0" hangingPunct="1">
                        <a:buClr>
                          <a:srgbClr val="151515"/>
                        </a:buClr>
                        <a:buFont typeface="Arial" panose="020B0604020202020204" pitchFamily="34" charset="0"/>
                        <a:buChar char="•"/>
                      </a:pPr>
                      <a:r>
                        <a:rPr lang="en-US" sz="1050" kern="1200" noProof="0" dirty="0">
                          <a:solidFill>
                            <a:schemeClr val="dk1"/>
                          </a:solidFill>
                          <a:latin typeface="+mn-lt"/>
                          <a:ea typeface="+mn-ea"/>
                          <a:cs typeface="+mn-cs"/>
                        </a:rPr>
                        <a:t>E-Commerce</a:t>
                      </a:r>
                    </a:p>
                    <a:p>
                      <a:pPr marL="171450" lvl="0" indent="-171450" algn="l" defTabSz="914400" rtl="0" eaLnBrk="1" latinLnBrk="0" hangingPunct="1">
                        <a:buClr>
                          <a:srgbClr val="151515"/>
                        </a:buClr>
                        <a:buFont typeface="Arial" panose="020B0604020202020204" pitchFamily="34" charset="0"/>
                        <a:buChar char="•"/>
                      </a:pPr>
                      <a:r>
                        <a:rPr lang="en-US" sz="1050" kern="1200" noProof="0" dirty="0">
                          <a:solidFill>
                            <a:schemeClr val="dk1"/>
                          </a:solidFill>
                          <a:latin typeface="+mn-lt"/>
                          <a:ea typeface="+mn-ea"/>
                          <a:cs typeface="+mn-cs"/>
                        </a:rPr>
                        <a:t>Technology</a:t>
                      </a:r>
                    </a:p>
                    <a:p>
                      <a:pPr marL="171450" lvl="0" indent="-171450" algn="l" defTabSz="914400" rtl="0" eaLnBrk="1" latinLnBrk="0" hangingPunct="1">
                        <a:buClr>
                          <a:srgbClr val="151515"/>
                        </a:buClr>
                        <a:buFont typeface="Arial" panose="020B0604020202020204" pitchFamily="34" charset="0"/>
                        <a:buChar char="•"/>
                      </a:pPr>
                      <a:r>
                        <a:rPr lang="en-US" sz="1050" kern="1200" noProof="0" dirty="0">
                          <a:solidFill>
                            <a:schemeClr val="dk1"/>
                          </a:solidFill>
                          <a:latin typeface="+mn-lt"/>
                          <a:ea typeface="+mn-ea"/>
                          <a:cs typeface="+mn-cs"/>
                        </a:rPr>
                        <a:t>Real Estate</a:t>
                      </a:r>
                    </a:p>
                    <a:p>
                      <a:pPr marL="171450" lvl="0" indent="-171450" algn="l" defTabSz="914400" rtl="0" eaLnBrk="1" latinLnBrk="0" hangingPunct="1">
                        <a:buClr>
                          <a:srgbClr val="151515"/>
                        </a:buClr>
                        <a:buFont typeface="Arial" panose="020B0604020202020204" pitchFamily="34" charset="0"/>
                        <a:buChar char="•"/>
                      </a:pPr>
                      <a:r>
                        <a:rPr lang="en-US" sz="1050" kern="1200" noProof="0" dirty="0">
                          <a:solidFill>
                            <a:schemeClr val="dk1"/>
                          </a:solidFill>
                          <a:latin typeface="+mn-lt"/>
                          <a:ea typeface="+mn-ea"/>
                          <a:cs typeface="+mn-cs"/>
                        </a:rPr>
                        <a:t>Healthcare</a:t>
                      </a:r>
                    </a:p>
                    <a:p>
                      <a:pPr marL="171450" lvl="0" indent="-171450" algn="l" defTabSz="914400" rtl="0" eaLnBrk="1" latinLnBrk="0" hangingPunct="1">
                        <a:buClr>
                          <a:srgbClr val="151515"/>
                        </a:buClr>
                        <a:buFont typeface="Arial" panose="020B0604020202020204" pitchFamily="34" charset="0"/>
                        <a:buChar char="•"/>
                      </a:pPr>
                      <a:r>
                        <a:rPr lang="en-US" sz="1050" kern="1200" noProof="0" dirty="0">
                          <a:solidFill>
                            <a:schemeClr val="dk1"/>
                          </a:solidFill>
                          <a:latin typeface="+mn-lt"/>
                          <a:ea typeface="+mn-ea"/>
                          <a:cs typeface="+mn-cs"/>
                        </a:rPr>
                        <a:t>Business Consulting &amp; Services</a:t>
                      </a:r>
                    </a:p>
                  </a:txBody>
                  <a:tcP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1395940"/>
                  </a:ext>
                </a:extLst>
              </a:tr>
              <a:tr h="370840">
                <a:tc>
                  <a:txBody>
                    <a:bodyPr/>
                    <a:lstStyle/>
                    <a:p>
                      <a:pPr marL="0" lvl="0" algn="l">
                        <a:buNone/>
                      </a:pPr>
                      <a:r>
                        <a:rPr lang="en-CA" sz="1050" b="1" kern="1200">
                          <a:solidFill>
                            <a:schemeClr val="accent1"/>
                          </a:solidFill>
                          <a:latin typeface="+mn-lt"/>
                          <a:ea typeface="+mn-ea"/>
                          <a:cs typeface="+mn-cs"/>
                        </a:rPr>
                        <a:t>EDUCATION/CERTIFICATION</a:t>
                      </a:r>
                    </a:p>
                  </a:txBody>
                  <a:tcP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8263275"/>
                  </a:ext>
                </a:extLst>
              </a:tr>
              <a:tr h="370840">
                <a:tc>
                  <a:txBody>
                    <a:bodyPr/>
                    <a:lstStyle/>
                    <a:p>
                      <a:pPr marL="171450" lvl="0" indent="-171450" algn="l" defTabSz="914400" rtl="0" eaLnBrk="1" latinLnBrk="0" hangingPunct="1">
                        <a:buClr>
                          <a:srgbClr val="151515"/>
                        </a:buClr>
                        <a:buFont typeface="Arial" panose="020B0604020202020204" pitchFamily="34" charset="0"/>
                        <a:buChar char="•"/>
                      </a:pPr>
                      <a:r>
                        <a:rPr lang="en-US" sz="1050" kern="1200" noProof="0" dirty="0">
                          <a:solidFill>
                            <a:schemeClr val="dk1"/>
                          </a:solidFill>
                          <a:latin typeface="+mn-lt"/>
                          <a:ea typeface="+mn-ea"/>
                          <a:cs typeface="+mn-cs"/>
                        </a:rPr>
                        <a:t>BSc in Computer Science</a:t>
                      </a:r>
                    </a:p>
                    <a:p>
                      <a:pPr marL="171450" lvl="0" indent="-171450" algn="l" defTabSz="914400" rtl="0" eaLnBrk="1" latinLnBrk="0" hangingPunct="1">
                        <a:buClr>
                          <a:srgbClr val="151515"/>
                        </a:buClr>
                        <a:buFont typeface="Arial" panose="020B0604020202020204" pitchFamily="34" charset="0"/>
                        <a:buChar char="•"/>
                      </a:pPr>
                      <a:r>
                        <a:rPr lang="en-CA" sz="1050" kern="1200" noProof="0" dirty="0">
                          <a:solidFill>
                            <a:schemeClr val="dk1"/>
                          </a:solidFill>
                          <a:latin typeface="+mn-lt"/>
                          <a:ea typeface="+mn-ea"/>
                          <a:cs typeface="+mn-cs"/>
                        </a:rPr>
                        <a:t>SF Platform Developer I</a:t>
                      </a:r>
                    </a:p>
                    <a:p>
                      <a:pPr marL="171450" lvl="0" indent="-171450" algn="l" defTabSz="914400" rtl="0" eaLnBrk="1" latinLnBrk="0" hangingPunct="1">
                        <a:buClr>
                          <a:srgbClr val="151515"/>
                        </a:buClr>
                        <a:buFont typeface="Arial" panose="020B0604020202020204" pitchFamily="34" charset="0"/>
                        <a:buChar char="•"/>
                      </a:pPr>
                      <a:r>
                        <a:rPr lang="en-CA" sz="1050" kern="1200" noProof="0" dirty="0">
                          <a:solidFill>
                            <a:schemeClr val="dk1"/>
                          </a:solidFill>
                          <a:latin typeface="+mn-lt"/>
                          <a:ea typeface="+mn-ea"/>
                          <a:cs typeface="+mn-cs"/>
                        </a:rPr>
                        <a:t>SF Experience Cloud Consultant</a:t>
                      </a:r>
                    </a:p>
                    <a:p>
                      <a:pPr marL="171450" lvl="0" indent="-171450" algn="l" defTabSz="914400" rtl="0" eaLnBrk="1" latinLnBrk="0" hangingPunct="1">
                        <a:buClr>
                          <a:srgbClr val="151515"/>
                        </a:buClr>
                        <a:buFont typeface="Arial" panose="020B0604020202020204" pitchFamily="34" charset="0"/>
                        <a:buChar char="•"/>
                      </a:pPr>
                      <a:r>
                        <a:rPr lang="en-CA" sz="1050" kern="1200" noProof="0" dirty="0">
                          <a:solidFill>
                            <a:schemeClr val="dk1"/>
                          </a:solidFill>
                          <a:latin typeface="+mn-lt"/>
                          <a:ea typeface="+mn-ea"/>
                          <a:cs typeface="+mn-cs"/>
                        </a:rPr>
                        <a:t>SF AI Associate</a:t>
                      </a:r>
                    </a:p>
                    <a:p>
                      <a:pPr marL="171450" marR="0" lvl="0" indent="-171450" algn="l" defTabSz="914400" rtl="0" eaLnBrk="1" fontAlgn="auto" latinLnBrk="0" hangingPunct="1">
                        <a:lnSpc>
                          <a:spcPct val="100000"/>
                        </a:lnSpc>
                        <a:spcBef>
                          <a:spcPts val="0"/>
                        </a:spcBef>
                        <a:spcAft>
                          <a:spcPts val="0"/>
                        </a:spcAft>
                        <a:buClr>
                          <a:srgbClr val="151515"/>
                        </a:buClr>
                        <a:buSzTx/>
                        <a:buFont typeface="Arial" panose="020B0604020202020204" pitchFamily="34" charset="0"/>
                        <a:buChar char="•"/>
                        <a:tabLst/>
                        <a:defRPr/>
                      </a:pPr>
                      <a:r>
                        <a:rPr lang="en-US" sz="1050" kern="1200" noProof="0" dirty="0">
                          <a:solidFill>
                            <a:schemeClr val="dk1"/>
                          </a:solidFill>
                          <a:latin typeface="+mn-lt"/>
                          <a:ea typeface="+mn-ea"/>
                          <a:cs typeface="+mn-cs"/>
                        </a:rPr>
                        <a:t>SF Administrator</a:t>
                      </a:r>
                      <a:br>
                        <a:rPr lang="en-US" sz="1050" kern="1200" noProof="0" dirty="0">
                          <a:solidFill>
                            <a:schemeClr val="dk1"/>
                          </a:solidFill>
                          <a:latin typeface="+mn-lt"/>
                          <a:ea typeface="+mn-ea"/>
                          <a:cs typeface="+mn-cs"/>
                        </a:rPr>
                      </a:br>
                      <a:r>
                        <a:rPr lang="en-US" sz="1050" kern="1200" noProof="0" dirty="0">
                          <a:solidFill>
                            <a:schemeClr val="dk1"/>
                          </a:solidFill>
                          <a:latin typeface="+mn-lt"/>
                          <a:ea typeface="+mn-ea"/>
                          <a:cs typeface="+mn-cs"/>
                        </a:rPr>
                        <a:t>Salesforce Certified Business Analyst</a:t>
                      </a:r>
                    </a:p>
                    <a:p>
                      <a:pPr marL="171450" marR="0" lvl="0" indent="-171450" algn="l" defTabSz="914400" rtl="0" eaLnBrk="1" fontAlgn="auto" latinLnBrk="0" hangingPunct="1">
                        <a:lnSpc>
                          <a:spcPct val="100000"/>
                        </a:lnSpc>
                        <a:spcBef>
                          <a:spcPts val="0"/>
                        </a:spcBef>
                        <a:spcAft>
                          <a:spcPts val="0"/>
                        </a:spcAft>
                        <a:buClr>
                          <a:srgbClr val="151515"/>
                        </a:buClr>
                        <a:buSzTx/>
                        <a:buFont typeface="Arial" panose="020B0604020202020204" pitchFamily="34" charset="0"/>
                        <a:buChar char="•"/>
                        <a:tabLst/>
                        <a:defRPr/>
                      </a:pPr>
                      <a:r>
                        <a:rPr lang="en-US" sz="1050" kern="1200" noProof="0" dirty="0">
                          <a:solidFill>
                            <a:schemeClr val="dk1"/>
                          </a:solidFill>
                          <a:latin typeface="+mn-lt"/>
                          <a:ea typeface="+mn-ea"/>
                          <a:cs typeface="+mn-cs"/>
                        </a:rPr>
                        <a:t>Certified Development Lifecycle and Deployment Designer</a:t>
                      </a:r>
                      <a:br>
                        <a:rPr lang="en-US" sz="1050" kern="1200" noProof="0" dirty="0">
                          <a:solidFill>
                            <a:schemeClr val="dk1"/>
                          </a:solidFill>
                          <a:latin typeface="+mn-lt"/>
                          <a:ea typeface="+mn-ea"/>
                          <a:cs typeface="+mn-cs"/>
                        </a:rPr>
                      </a:br>
                      <a:endParaRPr lang="en-US" sz="1050" kern="1200" noProof="0" dirty="0">
                        <a:solidFill>
                          <a:schemeClr val="dk1"/>
                        </a:solidFill>
                        <a:latin typeface="+mn-lt"/>
                        <a:ea typeface="+mn-ea"/>
                        <a:cs typeface="+mn-cs"/>
                      </a:endParaRPr>
                    </a:p>
                  </a:txBody>
                  <a:tcPr>
                    <a:lnT w="381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11381969"/>
                  </a:ext>
                </a:extLst>
              </a:tr>
            </a:tbl>
          </a:graphicData>
        </a:graphic>
      </p:graphicFrame>
      <p:pic>
        <p:nvPicPr>
          <p:cNvPr id="14" name="Picture Placeholder 13" descr="A person wearing a red hat and sunglasses&#10;&#10;Description automatically generated">
            <a:extLst>
              <a:ext uri="{FF2B5EF4-FFF2-40B4-BE49-F238E27FC236}">
                <a16:creationId xmlns:a16="http://schemas.microsoft.com/office/drawing/2014/main" id="{A9320076-0734-0A13-1797-93D3E30E0756}"/>
              </a:ext>
            </a:extLst>
          </p:cNvPr>
          <p:cNvPicPr>
            <a:picLocks noGrp="1" noChangeAspect="1"/>
          </p:cNvPicPr>
          <p:nvPr>
            <p:ph type="pic" sz="quarter" idx="13"/>
          </p:nvPr>
        </p:nvPicPr>
        <p:blipFill>
          <a:blip r:embed="rId4"/>
          <a:srcRect t="5395" b="5395"/>
          <a:stretch>
            <a:fillRect/>
          </a:stretch>
        </p:blipFill>
        <p:spPr>
          <a:xfrm>
            <a:off x="571501" y="386772"/>
            <a:ext cx="1405082" cy="1405082"/>
          </a:xfrm>
        </p:spPr>
      </p:pic>
      <p:graphicFrame>
        <p:nvGraphicFramePr>
          <p:cNvPr id="7" name="Table 10">
            <a:extLst>
              <a:ext uri="{FF2B5EF4-FFF2-40B4-BE49-F238E27FC236}">
                <a16:creationId xmlns:a16="http://schemas.microsoft.com/office/drawing/2014/main" id="{AB6CF2B3-C810-0F77-9653-5DC736C5DA79}"/>
              </a:ext>
            </a:extLst>
          </p:cNvPr>
          <p:cNvGraphicFramePr>
            <a:graphicFrameLocks noGrp="1"/>
          </p:cNvGraphicFramePr>
          <p:nvPr>
            <p:extLst>
              <p:ext uri="{D42A27DB-BD31-4B8C-83A1-F6EECF244321}">
                <p14:modId xmlns:p14="http://schemas.microsoft.com/office/powerpoint/2010/main" val="3015136433"/>
              </p:ext>
            </p:extLst>
          </p:nvPr>
        </p:nvGraphicFramePr>
        <p:xfrm>
          <a:off x="4664364" y="4352248"/>
          <a:ext cx="4322618" cy="2385060"/>
        </p:xfrm>
        <a:graphic>
          <a:graphicData uri="http://schemas.openxmlformats.org/drawingml/2006/table">
            <a:tbl>
              <a:tblPr firstRow="1" bandRow="1">
                <a:tableStyleId>{6E25E649-3F16-4E02-A733-19D2CDBF48F0}</a:tableStyleId>
              </a:tblPr>
              <a:tblGrid>
                <a:gridCol w="4322618">
                  <a:extLst>
                    <a:ext uri="{9D8B030D-6E8A-4147-A177-3AD203B41FA5}">
                      <a16:colId xmlns:a16="http://schemas.microsoft.com/office/drawing/2014/main" val="782422778"/>
                    </a:ext>
                  </a:extLst>
                </a:gridCol>
              </a:tblGrid>
              <a:tr h="20156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noProof="0" dirty="0">
                          <a:solidFill>
                            <a:schemeClr val="dk1"/>
                          </a:solidFill>
                          <a:latin typeface="+mn-lt"/>
                          <a:ea typeface="+mn-ea"/>
                          <a:cs typeface="+mn-cs"/>
                        </a:rPr>
                        <a:t>Program/Technical Architect – </a:t>
                      </a:r>
                      <a:r>
                        <a:rPr lang="en-CA" sz="1050" b="1" kern="1200" noProof="0" dirty="0">
                          <a:solidFill>
                            <a:schemeClr val="dk1"/>
                          </a:solidFill>
                          <a:latin typeface="+mn-lt"/>
                          <a:ea typeface="+mn-ea"/>
                          <a:cs typeface="+mn-cs"/>
                        </a:rPr>
                        <a:t>Motorola Solutions Inc: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kern="1200" dirty="0">
                          <a:solidFill>
                            <a:schemeClr val="dk1"/>
                          </a:solidFill>
                          <a:latin typeface="+mn-lt"/>
                          <a:ea typeface="+mn-ea"/>
                          <a:cs typeface="+mn-cs"/>
                        </a:rPr>
                        <a:t>Responsible for the overall Technical architecture and delivery of an M&amp;A program, which  merged three companies into a single salesforce org and SAP Instance. Lead the design of Salesforce  data modeling, extend SAP integrations to support multi-brand capabilities. Salesforce capabilities including Service Cloud, Sales Cloud, Experience Cloud, CPQ, E-Commerce,  Single Sing On, Data transformation and Migrations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kern="1200" dirty="0">
                          <a:solidFill>
                            <a:schemeClr val="dk1"/>
                          </a:solidFill>
                          <a:latin typeface="+mn-lt"/>
                          <a:ea typeface="+mn-ea"/>
                          <a:cs typeface="+mn-cs"/>
                        </a:rPr>
                        <a:t>Responsible for the overall Technical architecture and delivery of an e-commerce transformation program, including the deployment of net new E-Commerce channel, (CPQ), Customer support community capabilities, Partner community, and SAP Integrations. This program was the first to ever integrate seamlessly Salesforce Commerce &amp; CPQ engines. . This was successfully deployed to 1,000+ staff and over 18,000+ partners.</a:t>
                      </a:r>
                    </a:p>
                  </a:txBody>
                  <a:tcPr>
                    <a:lnL w="12700">
                      <a:noFill/>
                    </a:lnL>
                    <a:lnR w="12700">
                      <a:noFill/>
                    </a:lnR>
                    <a:lnT w="12700">
                      <a:noFill/>
                    </a:lnT>
                    <a:lnB w="12700">
                      <a:noFill/>
                    </a:lnB>
                    <a:lnTlToBr w="12700" cmpd="sng">
                      <a:noFill/>
                      <a:prstDash val="solid"/>
                    </a:lnTlToBr>
                    <a:lnBlToTr w="12700" cmpd="sng">
                      <a:noFill/>
                      <a:prstDash val="solid"/>
                    </a:lnBlToTr>
                    <a:noFill/>
                  </a:tcPr>
                </a:tc>
                <a:extLst>
                  <a:ext uri="{0D108BD9-81ED-4DB2-BD59-A6C34878D82A}">
                    <a16:rowId xmlns:a16="http://schemas.microsoft.com/office/drawing/2014/main" val="3726375176"/>
                  </a:ext>
                </a:extLst>
              </a:tr>
            </a:tbl>
          </a:graphicData>
        </a:graphic>
      </p:graphicFrame>
      <p:graphicFrame>
        <p:nvGraphicFramePr>
          <p:cNvPr id="8" name="Table 10">
            <a:extLst>
              <a:ext uri="{FF2B5EF4-FFF2-40B4-BE49-F238E27FC236}">
                <a16:creationId xmlns:a16="http://schemas.microsoft.com/office/drawing/2014/main" id="{18972039-76CE-68E9-30DA-8C2365D2A626}"/>
              </a:ext>
            </a:extLst>
          </p:cNvPr>
          <p:cNvGraphicFramePr>
            <a:graphicFrameLocks noGrp="1"/>
          </p:cNvGraphicFramePr>
          <p:nvPr>
            <p:extLst>
              <p:ext uri="{D42A27DB-BD31-4B8C-83A1-F6EECF244321}">
                <p14:modId xmlns:p14="http://schemas.microsoft.com/office/powerpoint/2010/main" val="1195829406"/>
              </p:ext>
            </p:extLst>
          </p:nvPr>
        </p:nvGraphicFramePr>
        <p:xfrm>
          <a:off x="4664364" y="1868128"/>
          <a:ext cx="4582204" cy="2484120"/>
        </p:xfrm>
        <a:graphic>
          <a:graphicData uri="http://schemas.openxmlformats.org/drawingml/2006/table">
            <a:tbl>
              <a:tblPr firstRow="1" bandRow="1">
                <a:tableStyleId>{6E25E649-3F16-4E02-A733-19D2CDBF48F0}</a:tableStyleId>
              </a:tblPr>
              <a:tblGrid>
                <a:gridCol w="4582204">
                  <a:extLst>
                    <a:ext uri="{9D8B030D-6E8A-4147-A177-3AD203B41FA5}">
                      <a16:colId xmlns:a16="http://schemas.microsoft.com/office/drawing/2014/main" val="782422778"/>
                    </a:ext>
                  </a:extLst>
                </a:gridCol>
              </a:tblGrid>
              <a:tr h="986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50" b="1" kern="1200" dirty="0">
                          <a:solidFill>
                            <a:schemeClr val="dk1"/>
                          </a:solidFill>
                          <a:latin typeface="+mn-lt"/>
                          <a:ea typeface="+mn-ea"/>
                          <a:cs typeface="+mn-cs"/>
                        </a:rPr>
                        <a:t>Technical Architect - Fraser Health Solution</a:t>
                      </a:r>
                    </a:p>
                    <a:p>
                      <a:pPr marL="171450" indent="-171450" algn="l" defTabSz="914400" rtl="0" eaLnBrk="1" latinLnBrk="0" hangingPunct="1">
                        <a:buFont typeface="Arial" panose="020B0604020202020204" pitchFamily="34" charset="0"/>
                        <a:buChar char="•"/>
                      </a:pPr>
                      <a:r>
                        <a:rPr lang="en-CA" sz="1000" b="0" kern="1200" dirty="0">
                          <a:solidFill>
                            <a:schemeClr val="dk1"/>
                          </a:solidFill>
                          <a:latin typeface="+mn-lt"/>
                          <a:ea typeface="+mn-ea"/>
                          <a:cs typeface="+mn-cs"/>
                        </a:rPr>
                        <a:t>Facilitated Technical Discovery Sessions for FHS provider management.</a:t>
                      </a:r>
                    </a:p>
                    <a:p>
                      <a:pPr marL="171450" indent="-171450" algn="l" defTabSz="914400" rtl="0" eaLnBrk="1" latinLnBrk="0" hangingPunct="1">
                        <a:buFont typeface="Arial" panose="020B0604020202020204" pitchFamily="34" charset="0"/>
                        <a:buChar char="•"/>
                      </a:pPr>
                      <a:r>
                        <a:rPr lang="en-CA" sz="1000" b="0" kern="1200" dirty="0">
                          <a:solidFill>
                            <a:schemeClr val="dk1"/>
                          </a:solidFill>
                          <a:latin typeface="+mn-lt"/>
                          <a:ea typeface="+mn-ea"/>
                          <a:cs typeface="+mn-cs"/>
                        </a:rPr>
                        <a:t>Developed Business Capability maps and product roadmaps.</a:t>
                      </a:r>
                    </a:p>
                    <a:p>
                      <a:pPr marL="171450" indent="-171450" algn="l" defTabSz="914400" rtl="0" eaLnBrk="1" latinLnBrk="0" hangingPunct="1">
                        <a:buFont typeface="Arial" panose="020B0604020202020204" pitchFamily="34" charset="0"/>
                        <a:buChar char="•"/>
                      </a:pPr>
                      <a:r>
                        <a:rPr lang="en-CA" sz="1000" b="0" kern="1200" dirty="0">
                          <a:solidFill>
                            <a:schemeClr val="dk1"/>
                          </a:solidFill>
                          <a:latin typeface="+mn-lt"/>
                          <a:ea typeface="+mn-ea"/>
                          <a:cs typeface="+mn-cs"/>
                        </a:rPr>
                        <a:t>Created Proof of Concepts (POCs) to showcase possibilities for stakeholders.</a:t>
                      </a:r>
                    </a:p>
                    <a:p>
                      <a:pPr marL="171450" indent="-171450" algn="l" defTabSz="914400" rtl="0" eaLnBrk="1" latinLnBrk="0" hangingPunct="1">
                        <a:buFont typeface="Arial" panose="020B0604020202020204" pitchFamily="34" charset="0"/>
                        <a:buChar char="•"/>
                      </a:pPr>
                      <a:r>
                        <a:rPr lang="en-CA" sz="1000" b="0" kern="1200" dirty="0">
                          <a:solidFill>
                            <a:schemeClr val="dk1"/>
                          </a:solidFill>
                          <a:latin typeface="+mn-lt"/>
                          <a:ea typeface="+mn-ea"/>
                          <a:cs typeface="+mn-cs"/>
                        </a:rPr>
                        <a:t>Specialized in Salesforce Experience Cloud, Service Cloud, and Sales Cloud.</a:t>
                      </a:r>
                    </a:p>
                  </a:txBody>
                  <a:tcPr>
                    <a:lnL w="12700">
                      <a:noFill/>
                    </a:lnL>
                    <a:lnR w="12700">
                      <a:noFill/>
                    </a:lnR>
                    <a:lnT w="12700">
                      <a:noFill/>
                    </a:lnT>
                    <a:lnB w="12700">
                      <a:noFill/>
                    </a:lnB>
                    <a:lnTlToBr w="12700" cmpd="sng">
                      <a:noFill/>
                      <a:prstDash val="solid"/>
                    </a:lnTlToBr>
                    <a:lnBlToTr w="12700" cmpd="sng">
                      <a:noFill/>
                      <a:prstDash val="solid"/>
                    </a:lnBlToTr>
                    <a:noFill/>
                  </a:tcPr>
                </a:tc>
                <a:extLst>
                  <a:ext uri="{0D108BD9-81ED-4DB2-BD59-A6C34878D82A}">
                    <a16:rowId xmlns:a16="http://schemas.microsoft.com/office/drawing/2014/main" val="3726375176"/>
                  </a:ext>
                </a:extLst>
              </a:tr>
              <a:tr h="3116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50" b="1" kern="1200" dirty="0">
                          <a:solidFill>
                            <a:schemeClr val="dk1"/>
                          </a:solidFill>
                          <a:latin typeface="+mn-lt"/>
                          <a:ea typeface="+mn-ea"/>
                          <a:cs typeface="+mn-cs"/>
                        </a:rPr>
                        <a:t>Technical Architect - Investor Group</a:t>
                      </a:r>
                    </a:p>
                    <a:p>
                      <a:pPr marL="171450" indent="-171450" algn="l" defTabSz="914400" rtl="0" eaLnBrk="1" latinLnBrk="0" hangingPunct="1">
                        <a:buFont typeface="Arial" panose="020B0604020202020204" pitchFamily="34" charset="0"/>
                        <a:buChar char="•"/>
                      </a:pPr>
                      <a:r>
                        <a:rPr lang="en-CA" sz="1000" b="0" kern="1200" dirty="0">
                          <a:solidFill>
                            <a:schemeClr val="dk1"/>
                          </a:solidFill>
                          <a:latin typeface="+mn-lt"/>
                          <a:ea typeface="+mn-ea"/>
                          <a:cs typeface="+mn-cs"/>
                        </a:rPr>
                        <a:t>Engineered a Custom Secure File sharing application for document exchange between clients and advisors.</a:t>
                      </a:r>
                    </a:p>
                    <a:p>
                      <a:pPr marL="171450" indent="-171450" algn="l" defTabSz="914400" rtl="0" eaLnBrk="1" latinLnBrk="0" hangingPunct="1">
                        <a:buFont typeface="Arial" panose="020B0604020202020204" pitchFamily="34" charset="0"/>
                        <a:buChar char="•"/>
                      </a:pPr>
                      <a:r>
                        <a:rPr lang="en-CA" sz="1000" b="0" kern="1200" dirty="0">
                          <a:solidFill>
                            <a:schemeClr val="dk1"/>
                          </a:solidFill>
                          <a:latin typeface="+mn-lt"/>
                          <a:ea typeface="+mn-ea"/>
                          <a:cs typeface="+mn-cs"/>
                        </a:rPr>
                        <a:t>Implemented integration between Splash and Salesforce to synchronize Events.</a:t>
                      </a:r>
                    </a:p>
                    <a:p>
                      <a:pPr marL="171450" indent="-171450" algn="l" defTabSz="914400" rtl="0" eaLnBrk="1" latinLnBrk="0" hangingPunct="1">
                        <a:buFont typeface="Arial" panose="020B0604020202020204" pitchFamily="34" charset="0"/>
                        <a:buChar char="•"/>
                      </a:pPr>
                      <a:r>
                        <a:rPr lang="en-CA" sz="1000" b="0" kern="1200" dirty="0">
                          <a:solidFill>
                            <a:schemeClr val="dk1"/>
                          </a:solidFill>
                          <a:latin typeface="+mn-lt"/>
                          <a:ea typeface="+mn-ea"/>
                          <a:cs typeface="+mn-cs"/>
                        </a:rPr>
                        <a:t>Expertise in Salesforce Experience Cloud, Service Cloud, Sales Cloud, Custom Apex,</a:t>
                      </a:r>
                      <a:br>
                        <a:rPr lang="en-CA" sz="1000" b="0" kern="1200" dirty="0">
                          <a:solidFill>
                            <a:schemeClr val="dk1"/>
                          </a:solidFill>
                          <a:latin typeface="+mn-lt"/>
                          <a:ea typeface="+mn-ea"/>
                          <a:cs typeface="+mn-cs"/>
                        </a:rPr>
                      </a:br>
                      <a:r>
                        <a:rPr lang="en-CA" sz="1000" b="0" kern="1200" dirty="0">
                          <a:solidFill>
                            <a:schemeClr val="dk1"/>
                          </a:solidFill>
                          <a:latin typeface="+mn-lt"/>
                          <a:ea typeface="+mn-ea"/>
                          <a:cs typeface="+mn-cs"/>
                        </a:rPr>
                        <a:t>Lightning Web Components (LWC), Aura, and third-party integrations.</a:t>
                      </a:r>
                    </a:p>
                  </a:txBody>
                  <a:tcPr>
                    <a:lnL w="12700">
                      <a:noFill/>
                    </a:lnL>
                    <a:lnR w="12700">
                      <a:noFill/>
                    </a:lnR>
                    <a:lnT w="12700">
                      <a:noFill/>
                    </a:lnT>
                    <a:lnB w="12700">
                      <a:noFill/>
                    </a:lnB>
                    <a:lnTlToBr w="12700" cmpd="sng">
                      <a:noFill/>
                      <a:prstDash val="solid"/>
                    </a:lnTlToBr>
                    <a:lnBlToTr w="12700" cmpd="sng">
                      <a:noFill/>
                      <a:prstDash val="solid"/>
                    </a:lnBlToTr>
                    <a:noFill/>
                  </a:tcPr>
                </a:tc>
                <a:extLst>
                  <a:ext uri="{0D108BD9-81ED-4DB2-BD59-A6C34878D82A}">
                    <a16:rowId xmlns:a16="http://schemas.microsoft.com/office/drawing/2014/main" val="794695329"/>
                  </a:ext>
                </a:extLst>
              </a:tr>
            </a:tbl>
          </a:graphicData>
        </a:graphic>
      </p:graphicFrame>
    </p:spTree>
    <p:extLst>
      <p:ext uri="{BB962C8B-B14F-4D97-AF65-F5344CB8AC3E}">
        <p14:creationId xmlns:p14="http://schemas.microsoft.com/office/powerpoint/2010/main" val="2005287184"/>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D7DBE21-9AC4-AC1B-2822-88556BBA7007}"/>
              </a:ext>
            </a:extLst>
          </p:cNvPr>
          <p:cNvSpPr>
            <a:spLocks noGrp="1"/>
          </p:cNvSpPr>
          <p:nvPr>
            <p:ph type="dt" sz="half" idx="10"/>
          </p:nvPr>
        </p:nvSpPr>
        <p:spPr/>
        <p:txBody>
          <a:bodyPr/>
          <a:lstStyle/>
          <a:p>
            <a:fld id="{8549838B-8FB6-4A1D-8FF7-A75B50B468EC}" type="datetimeyyyy">
              <a:rPr lang="en-US" smtClean="0"/>
              <a:t>2024</a:t>
            </a:fld>
            <a:endParaRPr lang="en-US"/>
          </a:p>
        </p:txBody>
      </p:sp>
      <p:sp>
        <p:nvSpPr>
          <p:cNvPr id="5" name="Footer Placeholder 4">
            <a:extLst>
              <a:ext uri="{FF2B5EF4-FFF2-40B4-BE49-F238E27FC236}">
                <a16:creationId xmlns:a16="http://schemas.microsoft.com/office/drawing/2014/main" id="{AA7506B6-2AB1-8FB0-0BAB-38175719358D}"/>
              </a:ext>
            </a:extLst>
          </p:cNvPr>
          <p:cNvSpPr>
            <a:spLocks noGrp="1"/>
          </p:cNvSpPr>
          <p:nvPr>
            <p:ph type="ftr" sz="quarter" idx="11"/>
          </p:nvPr>
        </p:nvSpPr>
        <p:spPr/>
        <p:txBody>
          <a:bodyPr/>
          <a:lstStyle/>
          <a:p>
            <a:r>
              <a:rPr lang="en-US"/>
              <a:t>Slalom. All Rights Reserved. Proprietary and Confidential.</a:t>
            </a:r>
          </a:p>
        </p:txBody>
      </p:sp>
      <p:sp>
        <p:nvSpPr>
          <p:cNvPr id="6" name="Slide Number Placeholder 5">
            <a:extLst>
              <a:ext uri="{FF2B5EF4-FFF2-40B4-BE49-F238E27FC236}">
                <a16:creationId xmlns:a16="http://schemas.microsoft.com/office/drawing/2014/main" id="{76E79FCD-D335-2EC3-90CF-5809C10A443D}"/>
              </a:ext>
            </a:extLst>
          </p:cNvPr>
          <p:cNvSpPr>
            <a:spLocks noGrp="1"/>
          </p:cNvSpPr>
          <p:nvPr>
            <p:ph type="sldNum" sz="quarter" idx="12"/>
          </p:nvPr>
        </p:nvSpPr>
        <p:spPr/>
        <p:txBody>
          <a:bodyPr/>
          <a:lstStyle/>
          <a:p>
            <a:fld id="{B2643E34-DC33-45ED-8E33-EC0D5991E9A4}" type="slidenum">
              <a:rPr lang="en-US" smtClean="0"/>
              <a:pPr/>
              <a:t>2</a:t>
            </a:fld>
            <a:endParaRPr lang="en-US"/>
          </a:p>
        </p:txBody>
      </p:sp>
      <p:sp>
        <p:nvSpPr>
          <p:cNvPr id="8" name="Title 2">
            <a:extLst>
              <a:ext uri="{FF2B5EF4-FFF2-40B4-BE49-F238E27FC236}">
                <a16:creationId xmlns:a16="http://schemas.microsoft.com/office/drawing/2014/main" id="{C7FF1671-33D0-689C-D3F2-805CD0EC0E44}"/>
              </a:ext>
            </a:extLst>
          </p:cNvPr>
          <p:cNvSpPr>
            <a:spLocks noGrp="1"/>
          </p:cNvSpPr>
          <p:nvPr>
            <p:ph type="title"/>
          </p:nvPr>
        </p:nvSpPr>
        <p:spPr>
          <a:xfrm>
            <a:off x="610311" y="382750"/>
            <a:ext cx="7247814" cy="632615"/>
          </a:xfrm>
        </p:spPr>
        <p:txBody>
          <a:bodyPr/>
          <a:lstStyle/>
          <a:p>
            <a:r>
              <a:rPr lang="en-US">
                <a:solidFill>
                  <a:schemeClr val="accent1"/>
                </a:solidFill>
              </a:rPr>
              <a:t>Prishan </a:t>
            </a:r>
            <a:r>
              <a:rPr lang="en-US"/>
              <a:t>Fernando </a:t>
            </a:r>
            <a:r>
              <a:rPr lang="en-US" dirty="0"/>
              <a:t>cont'd</a:t>
            </a:r>
          </a:p>
        </p:txBody>
      </p:sp>
      <p:graphicFrame>
        <p:nvGraphicFramePr>
          <p:cNvPr id="3" name="Table 10">
            <a:extLst>
              <a:ext uri="{FF2B5EF4-FFF2-40B4-BE49-F238E27FC236}">
                <a16:creationId xmlns:a16="http://schemas.microsoft.com/office/drawing/2014/main" id="{C9732CFD-FAD9-C7A6-F230-11E019993B39}"/>
              </a:ext>
            </a:extLst>
          </p:cNvPr>
          <p:cNvGraphicFramePr>
            <a:graphicFrameLocks noGrp="1"/>
          </p:cNvGraphicFramePr>
          <p:nvPr>
            <p:extLst>
              <p:ext uri="{D42A27DB-BD31-4B8C-83A1-F6EECF244321}">
                <p14:modId xmlns:p14="http://schemas.microsoft.com/office/powerpoint/2010/main" val="848828768"/>
              </p:ext>
            </p:extLst>
          </p:nvPr>
        </p:nvGraphicFramePr>
        <p:xfrm>
          <a:off x="610311" y="1015365"/>
          <a:ext cx="9570009" cy="2608888"/>
        </p:xfrm>
        <a:graphic>
          <a:graphicData uri="http://schemas.openxmlformats.org/drawingml/2006/table">
            <a:tbl>
              <a:tblPr firstRow="1" bandRow="1">
                <a:tableStyleId>{6E25E649-3F16-4E02-A733-19D2CDBF48F0}</a:tableStyleId>
              </a:tblPr>
              <a:tblGrid>
                <a:gridCol w="9570009">
                  <a:extLst>
                    <a:ext uri="{9D8B030D-6E8A-4147-A177-3AD203B41FA5}">
                      <a16:colId xmlns:a16="http://schemas.microsoft.com/office/drawing/2014/main" val="782422778"/>
                    </a:ext>
                  </a:extLst>
                </a:gridCol>
              </a:tblGrid>
              <a:tr h="362984">
                <a:tc>
                  <a:txBody>
                    <a:bodyPr/>
                    <a:lstStyle/>
                    <a:p>
                      <a:r>
                        <a:rPr lang="en-CA" sz="1200" dirty="0">
                          <a:solidFill>
                            <a:schemeClr val="accent1"/>
                          </a:solidFill>
                        </a:rPr>
                        <a:t>RELEVANT EXPERIENCE</a:t>
                      </a:r>
                    </a:p>
                  </a:txBody>
                  <a:tcPr>
                    <a:lnL w="12700">
                      <a:solidFill>
                        <a:schemeClr val="tx2"/>
                      </a:solidFill>
                    </a:lnL>
                    <a:lnR w="12700">
                      <a:solidFill>
                        <a:schemeClr val="tx2"/>
                      </a:solidFill>
                    </a:lnR>
                    <a:lnT w="12700">
                      <a:solidFill>
                        <a:schemeClr val="tx2"/>
                      </a:solidFill>
                    </a:lnT>
                    <a:lnB w="12700">
                      <a:solidFill>
                        <a:schemeClr val="tx2"/>
                      </a:solidFill>
                    </a:lnB>
                    <a:noFill/>
                  </a:tcPr>
                </a:tc>
                <a:extLst>
                  <a:ext uri="{0D108BD9-81ED-4DB2-BD59-A6C34878D82A}">
                    <a16:rowId xmlns:a16="http://schemas.microsoft.com/office/drawing/2014/main" val="2387379457"/>
                  </a:ext>
                </a:extLst>
              </a:tr>
              <a:tr h="10077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1" kern="1200" dirty="0">
                          <a:solidFill>
                            <a:schemeClr val="dk1"/>
                          </a:solidFill>
                          <a:latin typeface="+mn-lt"/>
                          <a:ea typeface="+mn-ea"/>
                          <a:cs typeface="+mn-cs"/>
                        </a:rPr>
                        <a:t>Technical Architect </a:t>
                      </a:r>
                      <a:r>
                        <a:rPr lang="en-CA" sz="1100" b="1" kern="1200" noProof="0" dirty="0">
                          <a:solidFill>
                            <a:schemeClr val="dk1"/>
                          </a:solidFill>
                          <a:latin typeface="+mn-lt"/>
                          <a:ea typeface="+mn-ea"/>
                          <a:cs typeface="+mn-cs"/>
                        </a:rPr>
                        <a:t> / </a:t>
                      </a:r>
                      <a:r>
                        <a:rPr lang="en-CA" sz="1100" b="1" kern="1200" noProof="0" dirty="0" err="1">
                          <a:solidFill>
                            <a:schemeClr val="dk1"/>
                          </a:solidFill>
                          <a:latin typeface="+mn-lt"/>
                          <a:ea typeface="+mn-ea"/>
                          <a:cs typeface="+mn-cs"/>
                        </a:rPr>
                        <a:t>Altasian</a:t>
                      </a:r>
                      <a:r>
                        <a:rPr lang="en-CA" sz="1100" b="1" kern="1200" noProof="0" dirty="0">
                          <a:solidFill>
                            <a:schemeClr val="dk1"/>
                          </a:solidFill>
                          <a:latin typeface="+mn-lt"/>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kern="1200" dirty="0">
                          <a:solidFill>
                            <a:schemeClr val="dk1"/>
                          </a:solidFill>
                          <a:latin typeface="+mn-lt"/>
                          <a:ea typeface="+mn-ea"/>
                          <a:cs typeface="+mn-cs"/>
                        </a:rPr>
                        <a:t>Led technical roadmap sessions, defining the strategic direction for Sales Cloud and Partner Relationship Management (PRM) enhancements.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kern="1200" dirty="0">
                          <a:solidFill>
                            <a:schemeClr val="dk1"/>
                          </a:solidFill>
                          <a:latin typeface="+mn-lt"/>
                          <a:ea typeface="+mn-ea"/>
                          <a:cs typeface="+mn-cs"/>
                        </a:rPr>
                        <a:t>Designed and implemented system and integration solutions to enhance Sales Cloud and PRM functionalities.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kern="1200" dirty="0">
                          <a:solidFill>
                            <a:schemeClr val="dk1"/>
                          </a:solidFill>
                          <a:latin typeface="+mn-lt"/>
                          <a:ea typeface="+mn-ea"/>
                          <a:cs typeface="+mn-cs"/>
                        </a:rPr>
                        <a:t>Guided the Salesforce delivery team to successfully implement new capabilities on PRM.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kern="1200" dirty="0">
                          <a:solidFill>
                            <a:schemeClr val="dk1"/>
                          </a:solidFill>
                          <a:latin typeface="+mn-lt"/>
                          <a:ea typeface="+mn-ea"/>
                          <a:cs typeface="+mn-cs"/>
                        </a:rPr>
                        <a:t>Ensured the alignment of technical solutions with business goals, improving overall system efficiency and user experience.</a:t>
                      </a:r>
                    </a:p>
                  </a:txBody>
                  <a:tcPr>
                    <a:lnL w="12700">
                      <a:solidFill>
                        <a:schemeClr val="tx2"/>
                      </a:solidFill>
                    </a:lnL>
                    <a:lnR w="12700">
                      <a:solidFill>
                        <a:schemeClr val="tx2"/>
                      </a:solidFill>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678729782"/>
                  </a:ext>
                </a:extLst>
              </a:tr>
              <a:tr h="12381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b="1" dirty="0"/>
                        <a:t>Technical Architect </a:t>
                      </a:r>
                      <a:r>
                        <a:rPr lang="en-CA" sz="1100" b="1" kern="1200" noProof="0" dirty="0">
                          <a:solidFill>
                            <a:schemeClr val="dk1"/>
                          </a:solidFill>
                          <a:latin typeface="+mn-lt"/>
                          <a:ea typeface="+mn-ea"/>
                          <a:cs typeface="+mn-cs"/>
                        </a:rPr>
                        <a:t> / Rennie </a:t>
                      </a:r>
                      <a:endParaRPr lang="en-CA" sz="1100" b="0" kern="1200" noProof="0" dirty="0">
                        <a:solidFill>
                          <a:schemeClr val="dk1"/>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dirty="0"/>
                        <a:t>As the main technical architect, I led the integration design and data migration activities, ensuring best practices were implemented.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dirty="0"/>
                        <a:t>Led the development team and business analysts, providing essential support to align with project goals.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dirty="0"/>
                        <a:t>Successfully completed the project on time and to quality standards, offering post-launch support and iterative improvements based on client feedback.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100" dirty="0"/>
                        <a:t>Recognized as a trusted advisor by the client, the project's success led to additional collaboration and opportunities.</a:t>
                      </a:r>
                      <a:endParaRPr lang="en-US" sz="1100" dirty="0">
                        <a:solidFill>
                          <a:srgbClr val="151527"/>
                        </a:solidFill>
                        <a:latin typeface="Slalom Sans Light" pitchFamily="2" charset="77"/>
                        <a:cs typeface="SlalomSans-Light"/>
                      </a:endParaRPr>
                    </a:p>
                  </a:txBody>
                  <a:tcPr>
                    <a:lnL w="12700">
                      <a:solidFill>
                        <a:schemeClr val="tx2"/>
                      </a:solidFill>
                    </a:lnL>
                    <a:lnR w="12700">
                      <a:solidFill>
                        <a:schemeClr val="tx2"/>
                      </a:solidFill>
                    </a:lnR>
                    <a:lnT w="12700">
                      <a:solidFill>
                        <a:schemeClr val="tx2"/>
                      </a:solidFill>
                    </a:lnT>
                    <a:lnB w="12700">
                      <a:solidFill>
                        <a:schemeClr val="tx2"/>
                      </a:solidFill>
                    </a:lnB>
                    <a:noFill/>
                  </a:tcPr>
                </a:tc>
                <a:extLst>
                  <a:ext uri="{0D108BD9-81ED-4DB2-BD59-A6C34878D82A}">
                    <a16:rowId xmlns:a16="http://schemas.microsoft.com/office/drawing/2014/main" val="3726375176"/>
                  </a:ext>
                </a:extLst>
              </a:tr>
            </a:tbl>
          </a:graphicData>
        </a:graphic>
      </p:graphicFrame>
    </p:spTree>
    <p:extLst>
      <p:ext uri="{BB962C8B-B14F-4D97-AF65-F5344CB8AC3E}">
        <p14:creationId xmlns:p14="http://schemas.microsoft.com/office/powerpoint/2010/main" val="100799645"/>
      </p:ext>
    </p:extLst>
  </p:cSld>
  <p:clrMapOvr>
    <a:masterClrMapping/>
  </p:clrMapOvr>
</p:sld>
</file>

<file path=ppt/theme/theme1.xml><?xml version="1.0" encoding="utf-8"?>
<a:theme xmlns:a="http://schemas.openxmlformats.org/drawingml/2006/main" name="Slalom 2022">
  <a:themeElements>
    <a:clrScheme name="Slalom Updated">
      <a:dk1>
        <a:srgbClr val="151515"/>
      </a:dk1>
      <a:lt1>
        <a:sysClr val="window" lastClr="FFFFFF"/>
      </a:lt1>
      <a:dk2>
        <a:srgbClr val="8C8C8C"/>
      </a:dk2>
      <a:lt2>
        <a:srgbClr val="D0D0D0"/>
      </a:lt2>
      <a:accent1>
        <a:srgbClr val="0C62FB"/>
      </a:accent1>
      <a:accent2>
        <a:srgbClr val="002FAF"/>
      </a:accent2>
      <a:accent3>
        <a:srgbClr val="1BE1F2"/>
      </a:accent3>
      <a:accent4>
        <a:srgbClr val="FF4D5F"/>
      </a:accent4>
      <a:accent5>
        <a:srgbClr val="C7B9FF"/>
      </a:accent5>
      <a:accent6>
        <a:srgbClr val="DEFF4D"/>
      </a:accent6>
      <a:hlink>
        <a:srgbClr val="0C62FB"/>
      </a:hlink>
      <a:folHlink>
        <a:srgbClr val="0C62FB"/>
      </a:folHlink>
    </a:clrScheme>
    <a:fontScheme name="Avenir Next LT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110000"/>
          </a:lnSpc>
          <a:spcBef>
            <a:spcPts val="1000"/>
          </a:spcBef>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w="9525" cap="flat">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1000"/>
          </a:spcBef>
          <a:defRPr dirty="0"/>
        </a:defPPr>
      </a:lstStyle>
    </a:txDef>
  </a:objectDefaults>
  <a:extraClrSchemeLst/>
  <a:custClrLst>
    <a:custClr name="Cyan Dark 3">
      <a:srgbClr val="00BAD6"/>
    </a:custClr>
    <a:custClr name="Cyan Dark 2">
      <a:srgbClr val="05C4DE"/>
    </a:custClr>
    <a:custClr name="Cyan Dark 1">
      <a:srgbClr val="0ED3EB"/>
    </a:custClr>
    <a:custClr name="Cyan Light 1">
      <a:srgbClr val="60EAF5"/>
    </a:custClr>
    <a:custClr name="Cyan Light 2">
      <a:srgbClr val="8CF0F9"/>
    </a:custClr>
    <a:custClr name="Cyan Light 3">
      <a:srgbClr val="D1F9FD"/>
    </a:custClr>
    <a:custClr name="BLANK">
      <a:srgbClr val="FFFFFF"/>
    </a:custClr>
    <a:custClr name="BLANK">
      <a:srgbClr val="FFFFFF"/>
    </a:custClr>
    <a:custClr name="BLANK">
      <a:srgbClr val="FFFFFF"/>
    </a:custClr>
    <a:custClr name="BLANK">
      <a:srgbClr val="FFFFFF"/>
    </a:custClr>
    <a:custClr name="Coral Red Dark 3">
      <a:srgbClr val="E6154A"/>
    </a:custClr>
    <a:custClr name="Coral Red Dark 2">
      <a:srgbClr val="F1214B"/>
    </a:custClr>
    <a:custClr name="Coral Red Dark 1">
      <a:srgbClr val="F53958"/>
    </a:custClr>
    <a:custClr name="Coral Red Light 1">
      <a:srgbClr val="FF5F6F"/>
    </a:custClr>
    <a:custClr name="Coral Red Light 2">
      <a:srgbClr val="FF7F8C"/>
    </a:custClr>
    <a:custClr name="Coral Red Light 3">
      <a:srgbClr val="FFDBDF"/>
    </a:custClr>
    <a:custClr name="BLANK">
      <a:srgbClr val="FFFFFF"/>
    </a:custClr>
    <a:custClr name="BLANK">
      <a:srgbClr val="FFFFFF"/>
    </a:custClr>
    <a:custClr name="BLANK">
      <a:srgbClr val="FFFFFF"/>
    </a:custClr>
    <a:custClr name="BLANK">
      <a:srgbClr val="FFFFFF"/>
    </a:custClr>
    <a:custClr name="Purple Dark 3">
      <a:srgbClr val="9488F0"/>
    </a:custClr>
    <a:custClr name="Purple Dark 2">
      <a:srgbClr val="A099F8"/>
    </a:custClr>
    <a:custClr name="Purple Dark 1">
      <a:srgbClr val="B6ACF9"/>
    </a:custClr>
    <a:custClr name="Purple Light 1">
      <a:srgbClr val="CCBFFF"/>
    </a:custClr>
    <a:custClr name="Purple Light 2">
      <a:srgbClr val="D3C7FF"/>
    </a:custClr>
    <a:custClr name="Purple Light 3">
      <a:srgbClr val="EEE9FF"/>
    </a:custClr>
    <a:custClr name="BLANK">
      <a:srgbClr val="FFFFFF"/>
    </a:custClr>
    <a:custClr name="BLANK">
      <a:srgbClr val="FFFFFF"/>
    </a:custClr>
    <a:custClr name="BLANK">
      <a:srgbClr val="FFFFFF"/>
    </a:custClr>
    <a:custClr name="BLANK">
      <a:srgbClr val="FFFFFF"/>
    </a:custClr>
    <a:custClr name="Chartreuse Dark 3">
      <a:srgbClr val="B3CC3E"/>
    </a:custClr>
    <a:custClr name="Chartreuse Dark 2">
      <a:srgbClr val="BDDD07"/>
    </a:custClr>
    <a:custClr name="Chartreuse Dark 1">
      <a:srgbClr val="CBEB0F"/>
    </a:custClr>
    <a:custClr name="Chartreuse Light 1">
      <a:srgbClr val="E7FF80"/>
    </a:custClr>
    <a:custClr name="Chartreuse Light 2">
      <a:srgbClr val="EFFFAA"/>
    </a:custClr>
    <a:custClr name="Chartreuse Light 3">
      <a:srgbClr val="F7FFD6"/>
    </a:custClr>
  </a:custClrLst>
  <a:extLst>
    <a:ext uri="{05A4C25C-085E-4340-85A3-A5531E510DB2}">
      <thm15:themeFamily xmlns:thm15="http://schemas.microsoft.com/office/thememl/2012/main" name="Slalom PowerPoint 16x9" id="{C835ACE3-93AE-314B-AD92-3F3DF4AD3FC8}" vid="{C1582D2F-A58B-294D-ADF6-8D68A9570CF7}"/>
    </a:ext>
  </a:extLst>
</a:theme>
</file>

<file path=ppt/theme/theme2.xml><?xml version="1.0" encoding="utf-8"?>
<a:theme xmlns:a="http://schemas.openxmlformats.org/drawingml/2006/main" name="Office Theme">
  <a:themeElements>
    <a:clrScheme name="Slalom 2022">
      <a:dk1>
        <a:sysClr val="windowText" lastClr="000000"/>
      </a:dk1>
      <a:lt1>
        <a:sysClr val="window" lastClr="FFFFFF"/>
      </a:lt1>
      <a:dk2>
        <a:srgbClr val="8C8C8C"/>
      </a:dk2>
      <a:lt2>
        <a:srgbClr val="E8E8E8"/>
      </a:lt2>
      <a:accent1>
        <a:srgbClr val="002FAF"/>
      </a:accent1>
      <a:accent2>
        <a:srgbClr val="0C62FB"/>
      </a:accent2>
      <a:accent3>
        <a:srgbClr val="1BE1F2"/>
      </a:accent3>
      <a:accent4>
        <a:srgbClr val="FF4D5F"/>
      </a:accent4>
      <a:accent5>
        <a:srgbClr val="C7B9FF"/>
      </a:accent5>
      <a:accent6>
        <a:srgbClr val="DEFF4D"/>
      </a:accent6>
      <a:hlink>
        <a:srgbClr val="000000"/>
      </a:hlink>
      <a:folHlink>
        <a:srgbClr val="000000"/>
      </a:folHlink>
    </a:clrScheme>
    <a:fontScheme name="Avenir Next LT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lalom 2022">
      <a:dk1>
        <a:sysClr val="windowText" lastClr="000000"/>
      </a:dk1>
      <a:lt1>
        <a:sysClr val="window" lastClr="FFFFFF"/>
      </a:lt1>
      <a:dk2>
        <a:srgbClr val="8C8C8C"/>
      </a:dk2>
      <a:lt2>
        <a:srgbClr val="E8E8E8"/>
      </a:lt2>
      <a:accent1>
        <a:srgbClr val="002FAF"/>
      </a:accent1>
      <a:accent2>
        <a:srgbClr val="0C62FB"/>
      </a:accent2>
      <a:accent3>
        <a:srgbClr val="1BE1F2"/>
      </a:accent3>
      <a:accent4>
        <a:srgbClr val="FF4D5F"/>
      </a:accent4>
      <a:accent5>
        <a:srgbClr val="C7B9FF"/>
      </a:accent5>
      <a:accent6>
        <a:srgbClr val="DEFF4D"/>
      </a:accent6>
      <a:hlink>
        <a:srgbClr val="000000"/>
      </a:hlink>
      <a:folHlink>
        <a:srgbClr val="000000"/>
      </a:folHlink>
    </a:clrScheme>
    <a:fontScheme name="Avenir Next LT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7DCA6AC521F3147A81255D5F5E79525" ma:contentTypeVersion="17" ma:contentTypeDescription="Create a new document." ma:contentTypeScope="" ma:versionID="5cf246584108b3c0738b2dec9c137c15">
  <xsd:schema xmlns:xsd="http://www.w3.org/2001/XMLSchema" xmlns:xs="http://www.w3.org/2001/XMLSchema" xmlns:p="http://schemas.microsoft.com/office/2006/metadata/properties" xmlns:ns2="1d3b355b-08b7-41cb-8a8c-52d9b9e04f28" xmlns:ns3="c8446290-e320-4048-bb61-df96cd2d4058" targetNamespace="http://schemas.microsoft.com/office/2006/metadata/properties" ma:root="true" ma:fieldsID="794594e436522b94874fa75f83c7256c" ns2:_="" ns3:_="">
    <xsd:import namespace="1d3b355b-08b7-41cb-8a8c-52d9b9e04f28"/>
    <xsd:import namespace="c8446290-e320-4048-bb61-df96cd2d405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2:MediaServiceSearchProperties" minOccurs="0"/>
                <xsd:element ref="ns2:Industry" minOccurs="0"/>
                <xsd:element ref="ns2:Capabilities_x002f_Servic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3b355b-08b7-41cb-8a8c-52d9b9e04f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1bb55382-b84b-4de7-b042-61b6344f4076" ma:termSetId="09814cd3-568e-fe90-9814-8d621ff8fb84" ma:anchorId="fba54fb3-c3e1-fe81-a776-ca4b69148c4d" ma:open="true" ma:isKeyword="false">
      <xsd:complexType>
        <xsd:sequence>
          <xsd:element ref="pc:Terms" minOccurs="0" maxOccurs="1"/>
        </xsd:sequence>
      </xsd:complex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Industry" ma:index="23" nillable="true" ma:displayName="Industry" ma:format="Dropdown" ma:internalName="Industry">
      <xsd:simpleType>
        <xsd:union memberTypes="dms:Text">
          <xsd:simpleType>
            <xsd:restriction base="dms:Choice">
              <xsd:enumeration value="Public Sector"/>
              <xsd:enumeration value="Retail"/>
              <xsd:enumeration value="Healthcare"/>
              <xsd:enumeration value="Choice 4"/>
              <xsd:enumeration value="Education"/>
            </xsd:restriction>
          </xsd:simpleType>
        </xsd:union>
      </xsd:simpleType>
    </xsd:element>
    <xsd:element name="Capabilities_x002f_Services" ma:index="24" nillable="true" ma:displayName="Capabilities/Services" ma:format="Dropdown" ma:internalName="Capabilities_x002f_Services">
      <xsd:complexType>
        <xsd:complexContent>
          <xsd:extension base="dms:MultiChoice">
            <xsd:sequence>
              <xsd:element name="Value" maxOccurs="unbounded" minOccurs="0" nillable="true">
                <xsd:simpleType>
                  <xsd:restriction base="dms:Choice">
                    <xsd:enumeration value="Agile Delivery"/>
                    <xsd:enumeration value="Governance"/>
                    <xsd:enumeration value="Change Management Strategy"/>
                    <xsd:enumeration value="Public Engagement"/>
                    <xsd:enumeration value="Digital Strategy"/>
                    <xsd:enumeration value="Program Management"/>
                    <xsd:enumeration value="Jurisdictional Scan"/>
                    <xsd:enumeration value="Research Analysis"/>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8446290-e320-4048-bb61-df96cd2d405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2e700e40-9159-45a8-aa58-9f5dbc4e5561}" ma:internalName="TaxCatchAll" ma:showField="CatchAllData" ma:web="c8446290-e320-4048-bb61-df96cd2d40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d3b355b-08b7-41cb-8a8c-52d9b9e04f28">
      <Terms xmlns="http://schemas.microsoft.com/office/infopath/2007/PartnerControls"/>
    </lcf76f155ced4ddcb4097134ff3c332f>
    <TaxCatchAll xmlns="c8446290-e320-4048-bb61-df96cd2d4058" xsi:nil="true"/>
    <Capabilities_x002f_Services xmlns="1d3b355b-08b7-41cb-8a8c-52d9b9e04f28" xsi:nil="true"/>
    <Industry xmlns="1d3b355b-08b7-41cb-8a8c-52d9b9e04f2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0B3F84-C225-4403-A511-20E1C86E3941}">
  <ds:schemaRefs>
    <ds:schemaRef ds:uri="1d3b355b-08b7-41cb-8a8c-52d9b9e04f28"/>
    <ds:schemaRef ds:uri="c8446290-e320-4048-bb61-df96cd2d405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F6B806F-11CF-4122-B5DD-B11E9D17D4A1}">
  <ds:schemaRefs>
    <ds:schemaRef ds:uri="http://schemas.openxmlformats.org/package/2006/metadata/core-properties"/>
    <ds:schemaRef ds:uri="http://www.w3.org/XML/1998/namespace"/>
    <ds:schemaRef ds:uri="c8446290-e320-4048-bb61-df96cd2d4058"/>
    <ds:schemaRef ds:uri="http://schemas.microsoft.com/office/2006/metadata/properties"/>
    <ds:schemaRef ds:uri="http://schemas.microsoft.com/office/2006/documentManagement/types"/>
    <ds:schemaRef ds:uri="http://purl.org/dc/elements/1.1/"/>
    <ds:schemaRef ds:uri="http://purl.org/dc/dcmitype/"/>
    <ds:schemaRef ds:uri="http://schemas.microsoft.com/office/infopath/2007/PartnerControls"/>
    <ds:schemaRef ds:uri="1d3b355b-08b7-41cb-8a8c-52d9b9e04f28"/>
    <ds:schemaRef ds:uri="http://purl.org/dc/terms/"/>
  </ds:schemaRefs>
</ds:datastoreItem>
</file>

<file path=customXml/itemProps3.xml><?xml version="1.0" encoding="utf-8"?>
<ds:datastoreItem xmlns:ds="http://schemas.openxmlformats.org/officeDocument/2006/customXml" ds:itemID="{A4BD5647-9039-4C89-99F0-07A7FBDCB90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Slalom PowerPoint 16x9 - Copy (2)</Template>
  <TotalTime>4422</TotalTime>
  <Words>721</Words>
  <Application>Microsoft Macintosh PowerPoint</Application>
  <PresentationFormat>Widescreen</PresentationFormat>
  <Paragraphs>64</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Slalom Sans Light</vt:lpstr>
      <vt:lpstr>Avenir Next LT Pro</vt:lpstr>
      <vt:lpstr>Slalom 2022</vt:lpstr>
      <vt:lpstr>Prishan Fernando</vt:lpstr>
      <vt:lpstr>Prishan Fernando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Firstname Lastname</dc:title>
  <dc:creator>Robyn Wolfe</dc:creator>
  <cp:lastModifiedBy>Fernando, Prishan</cp:lastModifiedBy>
  <cp:revision>12</cp:revision>
  <dcterms:created xsi:type="dcterms:W3CDTF">2022-09-16T22:33:09Z</dcterms:created>
  <dcterms:modified xsi:type="dcterms:W3CDTF">2024-07-23T16:17:31Z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0x01010017DCA6AC521F3147A81255D5F5E79525</vt:lpwstr>
  </property>
  <property fmtid="{D5CDD505-2E9C-101B-9397-08002B2CF9AE}" pid="3" name="MediaServiceImageTags">
    <vt:lpwstr/>
  </property>
  <property fmtid="{D5CDD505-2E9C-101B-9397-08002B2CF9AE}" pid="4" name="NXPowerLiteLastOptimized">
    <vt:lpwstr>16611353</vt:lpwstr>
  </property>
  <property fmtid="{D5CDD505-2E9C-101B-9397-08002B2CF9AE}" pid="5" name="NXPowerLiteSettings">
    <vt:lpwstr>E700052003A000</vt:lpwstr>
  </property>
  <property fmtid="{D5CDD505-2E9C-101B-9397-08002B2CF9AE}" pid="6" name="NXPowerLiteVersion">
    <vt:lpwstr>D9.1.2</vt:lpwstr>
  </property>
</Properties>
</file>